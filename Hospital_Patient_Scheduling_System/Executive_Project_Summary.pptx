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Hospital Patient Scheduling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Status: On Track</a:t>
            </a:r>
          </a:p>
          <a:p>
            <a:pPr lvl="1"/>
            <a:r>
              <a:t>Budget Status: Within allocated budget</a:t>
            </a:r>
          </a:p>
          <a:p>
            <a:pPr lvl="1"/>
            <a:r>
              <a:t>Top Risk: Integration complexity</a:t>
            </a:r>
          </a:p>
          <a:p>
            <a:pPr lvl="1"/>
            <a:r>
              <a:t>Next Steps: Complete development and QA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