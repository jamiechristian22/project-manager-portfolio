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5"/>
  </p:normalViewPr>
  <p:slideViewPr>
    <p:cSldViewPr snapToGrid="0" snapToObjects="1">
      <p:cViewPr varScale="1">
        <p:scale>
          <a:sx n="107" d="100"/>
          <a:sy n="107" d="100"/>
        </p:scale>
        <p:origin x="4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8E3283-7B93-4130-9A8E-A2B1EA36EC0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C633F60-0BD8-47ED-8704-CD040ADBE4A3}">
      <dgm:prSet/>
      <dgm:spPr/>
      <dgm:t>
        <a:bodyPr/>
        <a:lstStyle/>
        <a:p>
          <a:pPr>
            <a:defRPr cap="all"/>
          </a:pPr>
          <a:r>
            <a:rPr lang="en-US"/>
            <a:t>• Business Objective</a:t>
          </a:r>
        </a:p>
      </dgm:t>
    </dgm:pt>
    <dgm:pt modelId="{28DED06A-1105-4418-99BE-06773B305106}" type="parTrans" cxnId="{31FC8C52-1A39-40AC-8BF8-7D6234225374}">
      <dgm:prSet/>
      <dgm:spPr/>
      <dgm:t>
        <a:bodyPr/>
        <a:lstStyle/>
        <a:p>
          <a:endParaRPr lang="en-US"/>
        </a:p>
      </dgm:t>
    </dgm:pt>
    <dgm:pt modelId="{01B44BB2-D3BA-4C6B-843E-AF53BFA51542}" type="sibTrans" cxnId="{31FC8C52-1A39-40AC-8BF8-7D6234225374}">
      <dgm:prSet/>
      <dgm:spPr/>
      <dgm:t>
        <a:bodyPr/>
        <a:lstStyle/>
        <a:p>
          <a:endParaRPr lang="en-US"/>
        </a:p>
      </dgm:t>
    </dgm:pt>
    <dgm:pt modelId="{3BC08074-F45A-4275-A227-7E947436FDC3}">
      <dgm:prSet/>
      <dgm:spPr/>
      <dgm:t>
        <a:bodyPr/>
        <a:lstStyle/>
        <a:p>
          <a:pPr>
            <a:defRPr cap="all"/>
          </a:pPr>
          <a:r>
            <a:rPr lang="en-US"/>
            <a:t>• Scope &amp; Timeline</a:t>
          </a:r>
        </a:p>
      </dgm:t>
    </dgm:pt>
    <dgm:pt modelId="{AAF03FDC-0547-440D-BED4-736318CF9E2E}" type="parTrans" cxnId="{2393C0CD-7F0A-4893-A26A-84458E81E23A}">
      <dgm:prSet/>
      <dgm:spPr/>
      <dgm:t>
        <a:bodyPr/>
        <a:lstStyle/>
        <a:p>
          <a:endParaRPr lang="en-US"/>
        </a:p>
      </dgm:t>
    </dgm:pt>
    <dgm:pt modelId="{B593480A-F456-412A-A000-712DADAB02AA}" type="sibTrans" cxnId="{2393C0CD-7F0A-4893-A26A-84458E81E23A}">
      <dgm:prSet/>
      <dgm:spPr/>
      <dgm:t>
        <a:bodyPr/>
        <a:lstStyle/>
        <a:p>
          <a:endParaRPr lang="en-US"/>
        </a:p>
      </dgm:t>
    </dgm:pt>
    <dgm:pt modelId="{9485B4F2-0599-4F08-82EB-2B0C31342EA8}">
      <dgm:prSet/>
      <dgm:spPr/>
      <dgm:t>
        <a:bodyPr/>
        <a:lstStyle/>
        <a:p>
          <a:pPr>
            <a:defRPr cap="all"/>
          </a:pPr>
          <a:r>
            <a:rPr lang="en-US"/>
            <a:t>• Risks &amp; Mitigations</a:t>
          </a:r>
        </a:p>
      </dgm:t>
    </dgm:pt>
    <dgm:pt modelId="{3EAE0994-9A03-48C4-BA48-AA56D3375CDD}" type="parTrans" cxnId="{10183C50-B0B8-42C3-B4CC-051D7581E3AB}">
      <dgm:prSet/>
      <dgm:spPr/>
      <dgm:t>
        <a:bodyPr/>
        <a:lstStyle/>
        <a:p>
          <a:endParaRPr lang="en-US"/>
        </a:p>
      </dgm:t>
    </dgm:pt>
    <dgm:pt modelId="{931C1371-EF7C-4211-B0D0-996AF6F680B8}" type="sibTrans" cxnId="{10183C50-B0B8-42C3-B4CC-051D7581E3AB}">
      <dgm:prSet/>
      <dgm:spPr/>
      <dgm:t>
        <a:bodyPr/>
        <a:lstStyle/>
        <a:p>
          <a:endParaRPr lang="en-US"/>
        </a:p>
      </dgm:t>
    </dgm:pt>
    <dgm:pt modelId="{867C572B-374F-4F1D-96CF-7C4C0A8E3118}">
      <dgm:prSet/>
      <dgm:spPr/>
      <dgm:t>
        <a:bodyPr/>
        <a:lstStyle/>
        <a:p>
          <a:pPr>
            <a:defRPr cap="all"/>
          </a:pPr>
          <a:r>
            <a:rPr lang="en-US"/>
            <a:t>• Delivery Outcomes</a:t>
          </a:r>
        </a:p>
      </dgm:t>
    </dgm:pt>
    <dgm:pt modelId="{B6C498B5-EA53-434A-A233-1EAAE23F3EA1}" type="parTrans" cxnId="{CC3AD85A-2314-4695-80C7-5839AB046568}">
      <dgm:prSet/>
      <dgm:spPr/>
      <dgm:t>
        <a:bodyPr/>
        <a:lstStyle/>
        <a:p>
          <a:endParaRPr lang="en-US"/>
        </a:p>
      </dgm:t>
    </dgm:pt>
    <dgm:pt modelId="{32E1634A-EB97-45E7-8679-C59AB38B8B5E}" type="sibTrans" cxnId="{CC3AD85A-2314-4695-80C7-5839AB046568}">
      <dgm:prSet/>
      <dgm:spPr/>
      <dgm:t>
        <a:bodyPr/>
        <a:lstStyle/>
        <a:p>
          <a:endParaRPr lang="en-US"/>
        </a:p>
      </dgm:t>
    </dgm:pt>
    <dgm:pt modelId="{E0C0C567-1F8C-493E-AB61-DE7A4F190200}" type="pres">
      <dgm:prSet presAssocID="{608E3283-7B93-4130-9A8E-A2B1EA36EC05}" presName="root" presStyleCnt="0">
        <dgm:presLayoutVars>
          <dgm:dir/>
          <dgm:resizeHandles val="exact"/>
        </dgm:presLayoutVars>
      </dgm:prSet>
      <dgm:spPr/>
    </dgm:pt>
    <dgm:pt modelId="{C1F4D29F-80B2-4053-862B-74BE937983BE}" type="pres">
      <dgm:prSet presAssocID="{5C633F60-0BD8-47ED-8704-CD040ADBE4A3}" presName="compNode" presStyleCnt="0"/>
      <dgm:spPr/>
    </dgm:pt>
    <dgm:pt modelId="{65D9C885-AAC1-4FF4-82FA-E93592FB9583}" type="pres">
      <dgm:prSet presAssocID="{5C633F60-0BD8-47ED-8704-CD040ADBE4A3}" presName="iconBgRect" presStyleLbl="bgShp" presStyleIdx="0" presStyleCnt="4"/>
      <dgm:spPr/>
    </dgm:pt>
    <dgm:pt modelId="{6F6FFE6D-4CA0-4B31-896A-A739E3A32CD5}" type="pres">
      <dgm:prSet presAssocID="{5C633F60-0BD8-47ED-8704-CD040ADBE4A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D1B640F-BAE0-4DBC-ABD3-84C17E901BEC}" type="pres">
      <dgm:prSet presAssocID="{5C633F60-0BD8-47ED-8704-CD040ADBE4A3}" presName="spaceRect" presStyleCnt="0"/>
      <dgm:spPr/>
    </dgm:pt>
    <dgm:pt modelId="{752810D5-71EE-4E81-849D-5C58D247EAC5}" type="pres">
      <dgm:prSet presAssocID="{5C633F60-0BD8-47ED-8704-CD040ADBE4A3}" presName="textRect" presStyleLbl="revTx" presStyleIdx="0" presStyleCnt="4">
        <dgm:presLayoutVars>
          <dgm:chMax val="1"/>
          <dgm:chPref val="1"/>
        </dgm:presLayoutVars>
      </dgm:prSet>
      <dgm:spPr/>
    </dgm:pt>
    <dgm:pt modelId="{31336C95-3C8F-434B-A596-F42899EB6A30}" type="pres">
      <dgm:prSet presAssocID="{01B44BB2-D3BA-4C6B-843E-AF53BFA51542}" presName="sibTrans" presStyleCnt="0"/>
      <dgm:spPr/>
    </dgm:pt>
    <dgm:pt modelId="{9641C768-9518-4198-9B75-5F13011FEFE2}" type="pres">
      <dgm:prSet presAssocID="{3BC08074-F45A-4275-A227-7E947436FDC3}" presName="compNode" presStyleCnt="0"/>
      <dgm:spPr/>
    </dgm:pt>
    <dgm:pt modelId="{9709EC97-BC3E-41FE-BB87-F6F6758A8EC1}" type="pres">
      <dgm:prSet presAssocID="{3BC08074-F45A-4275-A227-7E947436FDC3}" presName="iconBgRect" presStyleLbl="bgShp" presStyleIdx="1" presStyleCnt="4"/>
      <dgm:spPr/>
    </dgm:pt>
    <dgm:pt modelId="{159F8259-1592-4CA1-8161-9D793DB7D673}" type="pres">
      <dgm:prSet presAssocID="{3BC08074-F45A-4275-A227-7E947436FD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737E283-4A48-4EC1-A46E-A71D95A6BFEF}" type="pres">
      <dgm:prSet presAssocID="{3BC08074-F45A-4275-A227-7E947436FDC3}" presName="spaceRect" presStyleCnt="0"/>
      <dgm:spPr/>
    </dgm:pt>
    <dgm:pt modelId="{56111426-9628-42B0-A898-AD926EDC5DE7}" type="pres">
      <dgm:prSet presAssocID="{3BC08074-F45A-4275-A227-7E947436FDC3}" presName="textRect" presStyleLbl="revTx" presStyleIdx="1" presStyleCnt="4">
        <dgm:presLayoutVars>
          <dgm:chMax val="1"/>
          <dgm:chPref val="1"/>
        </dgm:presLayoutVars>
      </dgm:prSet>
      <dgm:spPr/>
    </dgm:pt>
    <dgm:pt modelId="{16921C5A-C8B8-4518-8209-909F14388934}" type="pres">
      <dgm:prSet presAssocID="{B593480A-F456-412A-A000-712DADAB02AA}" presName="sibTrans" presStyleCnt="0"/>
      <dgm:spPr/>
    </dgm:pt>
    <dgm:pt modelId="{A7D01621-3FA0-4753-BA07-632C54CA5D4A}" type="pres">
      <dgm:prSet presAssocID="{9485B4F2-0599-4F08-82EB-2B0C31342EA8}" presName="compNode" presStyleCnt="0"/>
      <dgm:spPr/>
    </dgm:pt>
    <dgm:pt modelId="{8F488CB8-9B4D-4A25-A3D7-BD0380702BC5}" type="pres">
      <dgm:prSet presAssocID="{9485B4F2-0599-4F08-82EB-2B0C31342EA8}" presName="iconBgRect" presStyleLbl="bgShp" presStyleIdx="2" presStyleCnt="4"/>
      <dgm:spPr/>
    </dgm:pt>
    <dgm:pt modelId="{46DB43AE-4A07-4ACC-9073-A4531C786E17}" type="pres">
      <dgm:prSet presAssocID="{9485B4F2-0599-4F08-82EB-2B0C31342EA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41B61A50-C509-468B-B61C-433288205F70}" type="pres">
      <dgm:prSet presAssocID="{9485B4F2-0599-4F08-82EB-2B0C31342EA8}" presName="spaceRect" presStyleCnt="0"/>
      <dgm:spPr/>
    </dgm:pt>
    <dgm:pt modelId="{A3ADD592-8ED0-4575-8565-9F7B9970664A}" type="pres">
      <dgm:prSet presAssocID="{9485B4F2-0599-4F08-82EB-2B0C31342EA8}" presName="textRect" presStyleLbl="revTx" presStyleIdx="2" presStyleCnt="4">
        <dgm:presLayoutVars>
          <dgm:chMax val="1"/>
          <dgm:chPref val="1"/>
        </dgm:presLayoutVars>
      </dgm:prSet>
      <dgm:spPr/>
    </dgm:pt>
    <dgm:pt modelId="{A5D0CA36-4E4C-4887-BF3E-E8F6900BD0DF}" type="pres">
      <dgm:prSet presAssocID="{931C1371-EF7C-4211-B0D0-996AF6F680B8}" presName="sibTrans" presStyleCnt="0"/>
      <dgm:spPr/>
    </dgm:pt>
    <dgm:pt modelId="{7C4FDDE4-7683-41AC-9E4E-5D1DD2782577}" type="pres">
      <dgm:prSet presAssocID="{867C572B-374F-4F1D-96CF-7C4C0A8E3118}" presName="compNode" presStyleCnt="0"/>
      <dgm:spPr/>
    </dgm:pt>
    <dgm:pt modelId="{388A9C8C-6D5A-44D7-87F0-337AA2D59FD5}" type="pres">
      <dgm:prSet presAssocID="{867C572B-374F-4F1D-96CF-7C4C0A8E3118}" presName="iconBgRect" presStyleLbl="bgShp" presStyleIdx="3" presStyleCnt="4"/>
      <dgm:spPr/>
    </dgm:pt>
    <dgm:pt modelId="{75989BAD-3409-4F1E-8135-9D190E0649F9}" type="pres">
      <dgm:prSet presAssocID="{867C572B-374F-4F1D-96CF-7C4C0A8E311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50082658-6FCD-4959-8AFB-8515A365FC3B}" type="pres">
      <dgm:prSet presAssocID="{867C572B-374F-4F1D-96CF-7C4C0A8E3118}" presName="spaceRect" presStyleCnt="0"/>
      <dgm:spPr/>
    </dgm:pt>
    <dgm:pt modelId="{6B9C1494-191A-49F2-9A90-A83BFC8915B5}" type="pres">
      <dgm:prSet presAssocID="{867C572B-374F-4F1D-96CF-7C4C0A8E311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3B81A0B-5B8C-4429-A15C-5F15141C9B2A}" type="presOf" srcId="{867C572B-374F-4F1D-96CF-7C4C0A8E3118}" destId="{6B9C1494-191A-49F2-9A90-A83BFC8915B5}" srcOrd="0" destOrd="0" presId="urn:microsoft.com/office/officeart/2018/5/layout/IconCircleLabelList"/>
    <dgm:cxn modelId="{F9604D32-AD4F-465E-8096-267C6FCCB270}" type="presOf" srcId="{9485B4F2-0599-4F08-82EB-2B0C31342EA8}" destId="{A3ADD592-8ED0-4575-8565-9F7B9970664A}" srcOrd="0" destOrd="0" presId="urn:microsoft.com/office/officeart/2018/5/layout/IconCircleLabelList"/>
    <dgm:cxn modelId="{10183C50-B0B8-42C3-B4CC-051D7581E3AB}" srcId="{608E3283-7B93-4130-9A8E-A2B1EA36EC05}" destId="{9485B4F2-0599-4F08-82EB-2B0C31342EA8}" srcOrd="2" destOrd="0" parTransId="{3EAE0994-9A03-48C4-BA48-AA56D3375CDD}" sibTransId="{931C1371-EF7C-4211-B0D0-996AF6F680B8}"/>
    <dgm:cxn modelId="{31FC8C52-1A39-40AC-8BF8-7D6234225374}" srcId="{608E3283-7B93-4130-9A8E-A2B1EA36EC05}" destId="{5C633F60-0BD8-47ED-8704-CD040ADBE4A3}" srcOrd="0" destOrd="0" parTransId="{28DED06A-1105-4418-99BE-06773B305106}" sibTransId="{01B44BB2-D3BA-4C6B-843E-AF53BFA51542}"/>
    <dgm:cxn modelId="{CC3AD85A-2314-4695-80C7-5839AB046568}" srcId="{608E3283-7B93-4130-9A8E-A2B1EA36EC05}" destId="{867C572B-374F-4F1D-96CF-7C4C0A8E3118}" srcOrd="3" destOrd="0" parTransId="{B6C498B5-EA53-434A-A233-1EAAE23F3EA1}" sibTransId="{32E1634A-EB97-45E7-8679-C59AB38B8B5E}"/>
    <dgm:cxn modelId="{A6A04E95-9C45-4291-BCBC-A880C0FFBF17}" type="presOf" srcId="{608E3283-7B93-4130-9A8E-A2B1EA36EC05}" destId="{E0C0C567-1F8C-493E-AB61-DE7A4F190200}" srcOrd="0" destOrd="0" presId="urn:microsoft.com/office/officeart/2018/5/layout/IconCircleLabelList"/>
    <dgm:cxn modelId="{338481C6-897E-40E0-9D9F-D173F4190330}" type="presOf" srcId="{3BC08074-F45A-4275-A227-7E947436FDC3}" destId="{56111426-9628-42B0-A898-AD926EDC5DE7}" srcOrd="0" destOrd="0" presId="urn:microsoft.com/office/officeart/2018/5/layout/IconCircleLabelList"/>
    <dgm:cxn modelId="{2393C0CD-7F0A-4893-A26A-84458E81E23A}" srcId="{608E3283-7B93-4130-9A8E-A2B1EA36EC05}" destId="{3BC08074-F45A-4275-A227-7E947436FDC3}" srcOrd="1" destOrd="0" parTransId="{AAF03FDC-0547-440D-BED4-736318CF9E2E}" sibTransId="{B593480A-F456-412A-A000-712DADAB02AA}"/>
    <dgm:cxn modelId="{28B059F7-5785-4165-B428-35DE33F7997C}" type="presOf" srcId="{5C633F60-0BD8-47ED-8704-CD040ADBE4A3}" destId="{752810D5-71EE-4E81-849D-5C58D247EAC5}" srcOrd="0" destOrd="0" presId="urn:microsoft.com/office/officeart/2018/5/layout/IconCircleLabelList"/>
    <dgm:cxn modelId="{CB0C2E69-F3AD-4DA8-9229-1F78B8F84794}" type="presParOf" srcId="{E0C0C567-1F8C-493E-AB61-DE7A4F190200}" destId="{C1F4D29F-80B2-4053-862B-74BE937983BE}" srcOrd="0" destOrd="0" presId="urn:microsoft.com/office/officeart/2018/5/layout/IconCircleLabelList"/>
    <dgm:cxn modelId="{819F29C2-88CE-4171-A152-B77AD836CD33}" type="presParOf" srcId="{C1F4D29F-80B2-4053-862B-74BE937983BE}" destId="{65D9C885-AAC1-4FF4-82FA-E93592FB9583}" srcOrd="0" destOrd="0" presId="urn:microsoft.com/office/officeart/2018/5/layout/IconCircleLabelList"/>
    <dgm:cxn modelId="{0A16A982-4567-40FC-8912-3C23585FF8B6}" type="presParOf" srcId="{C1F4D29F-80B2-4053-862B-74BE937983BE}" destId="{6F6FFE6D-4CA0-4B31-896A-A739E3A32CD5}" srcOrd="1" destOrd="0" presId="urn:microsoft.com/office/officeart/2018/5/layout/IconCircleLabelList"/>
    <dgm:cxn modelId="{0FF46102-C84B-46B0-92D4-C8BBD54158E2}" type="presParOf" srcId="{C1F4D29F-80B2-4053-862B-74BE937983BE}" destId="{CD1B640F-BAE0-4DBC-ABD3-84C17E901BEC}" srcOrd="2" destOrd="0" presId="urn:microsoft.com/office/officeart/2018/5/layout/IconCircleLabelList"/>
    <dgm:cxn modelId="{A32AE9A5-5F99-4DBF-9B07-5EFD7E211C5F}" type="presParOf" srcId="{C1F4D29F-80B2-4053-862B-74BE937983BE}" destId="{752810D5-71EE-4E81-849D-5C58D247EAC5}" srcOrd="3" destOrd="0" presId="urn:microsoft.com/office/officeart/2018/5/layout/IconCircleLabelList"/>
    <dgm:cxn modelId="{6E056E2D-59E2-4196-A465-36FA7B8CB057}" type="presParOf" srcId="{E0C0C567-1F8C-493E-AB61-DE7A4F190200}" destId="{31336C95-3C8F-434B-A596-F42899EB6A30}" srcOrd="1" destOrd="0" presId="urn:microsoft.com/office/officeart/2018/5/layout/IconCircleLabelList"/>
    <dgm:cxn modelId="{279081EE-3367-4904-AD20-C921BC83368F}" type="presParOf" srcId="{E0C0C567-1F8C-493E-AB61-DE7A4F190200}" destId="{9641C768-9518-4198-9B75-5F13011FEFE2}" srcOrd="2" destOrd="0" presId="urn:microsoft.com/office/officeart/2018/5/layout/IconCircleLabelList"/>
    <dgm:cxn modelId="{9C1131D7-105F-47E1-9511-E57EEADB8F42}" type="presParOf" srcId="{9641C768-9518-4198-9B75-5F13011FEFE2}" destId="{9709EC97-BC3E-41FE-BB87-F6F6758A8EC1}" srcOrd="0" destOrd="0" presId="urn:microsoft.com/office/officeart/2018/5/layout/IconCircleLabelList"/>
    <dgm:cxn modelId="{F5D676D9-4E17-4BCD-A031-32CA6BB5DD9E}" type="presParOf" srcId="{9641C768-9518-4198-9B75-5F13011FEFE2}" destId="{159F8259-1592-4CA1-8161-9D793DB7D673}" srcOrd="1" destOrd="0" presId="urn:microsoft.com/office/officeart/2018/5/layout/IconCircleLabelList"/>
    <dgm:cxn modelId="{EA396FF5-1E69-4DA7-9203-F1454BC995AD}" type="presParOf" srcId="{9641C768-9518-4198-9B75-5F13011FEFE2}" destId="{3737E283-4A48-4EC1-A46E-A71D95A6BFEF}" srcOrd="2" destOrd="0" presId="urn:microsoft.com/office/officeart/2018/5/layout/IconCircleLabelList"/>
    <dgm:cxn modelId="{47384EDE-EBDC-47D5-A0B2-45587DE57049}" type="presParOf" srcId="{9641C768-9518-4198-9B75-5F13011FEFE2}" destId="{56111426-9628-42B0-A898-AD926EDC5DE7}" srcOrd="3" destOrd="0" presId="urn:microsoft.com/office/officeart/2018/5/layout/IconCircleLabelList"/>
    <dgm:cxn modelId="{9C783BF5-F6C4-4CAF-84E9-34C150F4E39C}" type="presParOf" srcId="{E0C0C567-1F8C-493E-AB61-DE7A4F190200}" destId="{16921C5A-C8B8-4518-8209-909F14388934}" srcOrd="3" destOrd="0" presId="urn:microsoft.com/office/officeart/2018/5/layout/IconCircleLabelList"/>
    <dgm:cxn modelId="{F0C3E732-277F-4C06-8889-FFA08B2E6125}" type="presParOf" srcId="{E0C0C567-1F8C-493E-AB61-DE7A4F190200}" destId="{A7D01621-3FA0-4753-BA07-632C54CA5D4A}" srcOrd="4" destOrd="0" presId="urn:microsoft.com/office/officeart/2018/5/layout/IconCircleLabelList"/>
    <dgm:cxn modelId="{16F9FB88-CBD6-4C6E-BA7D-04A2D56337EC}" type="presParOf" srcId="{A7D01621-3FA0-4753-BA07-632C54CA5D4A}" destId="{8F488CB8-9B4D-4A25-A3D7-BD0380702BC5}" srcOrd="0" destOrd="0" presId="urn:microsoft.com/office/officeart/2018/5/layout/IconCircleLabelList"/>
    <dgm:cxn modelId="{3075DDFD-43A9-4F0C-B8C8-78C11F5B1C9F}" type="presParOf" srcId="{A7D01621-3FA0-4753-BA07-632C54CA5D4A}" destId="{46DB43AE-4A07-4ACC-9073-A4531C786E17}" srcOrd="1" destOrd="0" presId="urn:microsoft.com/office/officeart/2018/5/layout/IconCircleLabelList"/>
    <dgm:cxn modelId="{06E71568-C145-4108-ACDF-D47093207770}" type="presParOf" srcId="{A7D01621-3FA0-4753-BA07-632C54CA5D4A}" destId="{41B61A50-C509-468B-B61C-433288205F70}" srcOrd="2" destOrd="0" presId="urn:microsoft.com/office/officeart/2018/5/layout/IconCircleLabelList"/>
    <dgm:cxn modelId="{BAD4E35A-F55B-4B98-9A21-2CCFD113E03D}" type="presParOf" srcId="{A7D01621-3FA0-4753-BA07-632C54CA5D4A}" destId="{A3ADD592-8ED0-4575-8565-9F7B9970664A}" srcOrd="3" destOrd="0" presId="urn:microsoft.com/office/officeart/2018/5/layout/IconCircleLabelList"/>
    <dgm:cxn modelId="{6353D9E5-ABD1-43F1-A16F-11C545AFBE24}" type="presParOf" srcId="{E0C0C567-1F8C-493E-AB61-DE7A4F190200}" destId="{A5D0CA36-4E4C-4887-BF3E-E8F6900BD0DF}" srcOrd="5" destOrd="0" presId="urn:microsoft.com/office/officeart/2018/5/layout/IconCircleLabelList"/>
    <dgm:cxn modelId="{6D0B563F-4AAD-4139-A246-53299D31AC3C}" type="presParOf" srcId="{E0C0C567-1F8C-493E-AB61-DE7A4F190200}" destId="{7C4FDDE4-7683-41AC-9E4E-5D1DD2782577}" srcOrd="6" destOrd="0" presId="urn:microsoft.com/office/officeart/2018/5/layout/IconCircleLabelList"/>
    <dgm:cxn modelId="{35DBCCA6-6AAD-4142-8888-81384CEF825A}" type="presParOf" srcId="{7C4FDDE4-7683-41AC-9E4E-5D1DD2782577}" destId="{388A9C8C-6D5A-44D7-87F0-337AA2D59FD5}" srcOrd="0" destOrd="0" presId="urn:microsoft.com/office/officeart/2018/5/layout/IconCircleLabelList"/>
    <dgm:cxn modelId="{8A792E86-4669-47E3-86C2-CFCFA55FF587}" type="presParOf" srcId="{7C4FDDE4-7683-41AC-9E4E-5D1DD2782577}" destId="{75989BAD-3409-4F1E-8135-9D190E0649F9}" srcOrd="1" destOrd="0" presId="urn:microsoft.com/office/officeart/2018/5/layout/IconCircleLabelList"/>
    <dgm:cxn modelId="{ADCE98E5-591E-4193-A141-7A49E282BD1A}" type="presParOf" srcId="{7C4FDDE4-7683-41AC-9E4E-5D1DD2782577}" destId="{50082658-6FCD-4959-8AFB-8515A365FC3B}" srcOrd="2" destOrd="0" presId="urn:microsoft.com/office/officeart/2018/5/layout/IconCircleLabelList"/>
    <dgm:cxn modelId="{C2DC2EFD-1AC5-4C23-98FF-81C6BA917FE9}" type="presParOf" srcId="{7C4FDDE4-7683-41AC-9E4E-5D1DD2782577}" destId="{6B9C1494-191A-49F2-9A90-A83BFC8915B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D9C885-AAC1-4FF4-82FA-E93592FB9583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6FFE6D-4CA0-4B31-896A-A739E3A32CD5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810D5-71EE-4E81-849D-5C58D247EAC5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Business Objective</a:t>
          </a:r>
        </a:p>
      </dsp:txBody>
      <dsp:txXfrm>
        <a:off x="25435" y="2456402"/>
        <a:ext cx="1800000" cy="720000"/>
      </dsp:txXfrm>
    </dsp:sp>
    <dsp:sp modelId="{9709EC97-BC3E-41FE-BB87-F6F6758A8EC1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F8259-1592-4CA1-8161-9D793DB7D673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11426-9628-42B0-A898-AD926EDC5DE7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Scope &amp; Timeline</a:t>
          </a:r>
        </a:p>
      </dsp:txBody>
      <dsp:txXfrm>
        <a:off x="2140435" y="2456402"/>
        <a:ext cx="1800000" cy="720000"/>
      </dsp:txXfrm>
    </dsp:sp>
    <dsp:sp modelId="{8F488CB8-9B4D-4A25-A3D7-BD0380702BC5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DB43AE-4A07-4ACC-9073-A4531C786E17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DD592-8ED0-4575-8565-9F7B9970664A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Risks &amp; Mitigations</a:t>
          </a:r>
        </a:p>
      </dsp:txBody>
      <dsp:txXfrm>
        <a:off x="4255435" y="2456402"/>
        <a:ext cx="1800000" cy="720000"/>
      </dsp:txXfrm>
    </dsp:sp>
    <dsp:sp modelId="{388A9C8C-6D5A-44D7-87F0-337AA2D59FD5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989BAD-3409-4F1E-8135-9D190E0649F9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9C1494-191A-49F2-9A90-A83BFC8915B5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Delivery Outcomes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Enterprise Software (CRM/ERP) Implementation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E18A29-EE73-FA1F-8327-557F57CEA0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933769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</Words>
  <Application>Microsoft Macintosh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Enterprise Software (CRM/ERP) Implementation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Jamie Christian</cp:lastModifiedBy>
  <cp:revision>2</cp:revision>
  <dcterms:created xsi:type="dcterms:W3CDTF">2013-01-27T09:14:16Z</dcterms:created>
  <dcterms:modified xsi:type="dcterms:W3CDTF">2025-12-12T17:32:00Z</dcterms:modified>
  <cp:category/>
</cp:coreProperties>
</file>