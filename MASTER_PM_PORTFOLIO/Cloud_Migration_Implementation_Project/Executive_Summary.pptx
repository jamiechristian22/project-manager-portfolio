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9A4C9E-AD6C-4ED6-B880-1BFF20295EB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CC26D1B-BA7D-444F-B687-14C6D8F43E81}">
      <dgm:prSet/>
      <dgm:spPr/>
      <dgm:t>
        <a:bodyPr/>
        <a:lstStyle/>
        <a:p>
          <a:r>
            <a:rPr lang="en-US"/>
            <a:t>• Business Objective</a:t>
          </a:r>
        </a:p>
      </dgm:t>
    </dgm:pt>
    <dgm:pt modelId="{6873C7D2-AFE4-44D4-84C0-5C6A4EE3A5F2}" type="parTrans" cxnId="{9606566C-70FC-4DCB-B992-B8258576438D}">
      <dgm:prSet/>
      <dgm:spPr/>
      <dgm:t>
        <a:bodyPr/>
        <a:lstStyle/>
        <a:p>
          <a:endParaRPr lang="en-US"/>
        </a:p>
      </dgm:t>
    </dgm:pt>
    <dgm:pt modelId="{C37D597A-C15A-4FAB-B4AC-DED2C876C164}" type="sibTrans" cxnId="{9606566C-70FC-4DCB-B992-B8258576438D}">
      <dgm:prSet/>
      <dgm:spPr/>
      <dgm:t>
        <a:bodyPr/>
        <a:lstStyle/>
        <a:p>
          <a:endParaRPr lang="en-US"/>
        </a:p>
      </dgm:t>
    </dgm:pt>
    <dgm:pt modelId="{0D0C5580-FF45-454B-A283-BD42CC5E6301}">
      <dgm:prSet/>
      <dgm:spPr/>
      <dgm:t>
        <a:bodyPr/>
        <a:lstStyle/>
        <a:p>
          <a:r>
            <a:rPr lang="en-US"/>
            <a:t>• Scope &amp; Timeline</a:t>
          </a:r>
        </a:p>
      </dgm:t>
    </dgm:pt>
    <dgm:pt modelId="{CEF54417-515D-4C03-A4E0-BD7448680452}" type="parTrans" cxnId="{93B683E5-9A6D-4111-B3F0-C8303028F19F}">
      <dgm:prSet/>
      <dgm:spPr/>
      <dgm:t>
        <a:bodyPr/>
        <a:lstStyle/>
        <a:p>
          <a:endParaRPr lang="en-US"/>
        </a:p>
      </dgm:t>
    </dgm:pt>
    <dgm:pt modelId="{2637B068-953E-4856-81D9-7DF8DB03EA37}" type="sibTrans" cxnId="{93B683E5-9A6D-4111-B3F0-C8303028F19F}">
      <dgm:prSet/>
      <dgm:spPr/>
      <dgm:t>
        <a:bodyPr/>
        <a:lstStyle/>
        <a:p>
          <a:endParaRPr lang="en-US"/>
        </a:p>
      </dgm:t>
    </dgm:pt>
    <dgm:pt modelId="{5A634E11-50CC-47B2-AD75-3BCBF3665CA5}">
      <dgm:prSet/>
      <dgm:spPr/>
      <dgm:t>
        <a:bodyPr/>
        <a:lstStyle/>
        <a:p>
          <a:r>
            <a:rPr lang="en-US"/>
            <a:t>• Risks &amp; Mitigations</a:t>
          </a:r>
        </a:p>
      </dgm:t>
    </dgm:pt>
    <dgm:pt modelId="{6B539BD3-D964-4060-8DD2-34420F42DEE2}" type="parTrans" cxnId="{CEF6C62B-3D07-41A1-BCB6-89C1E67955C0}">
      <dgm:prSet/>
      <dgm:spPr/>
      <dgm:t>
        <a:bodyPr/>
        <a:lstStyle/>
        <a:p>
          <a:endParaRPr lang="en-US"/>
        </a:p>
      </dgm:t>
    </dgm:pt>
    <dgm:pt modelId="{793D8852-AF80-4513-930E-C4FAB6F6E6D5}" type="sibTrans" cxnId="{CEF6C62B-3D07-41A1-BCB6-89C1E67955C0}">
      <dgm:prSet/>
      <dgm:spPr/>
      <dgm:t>
        <a:bodyPr/>
        <a:lstStyle/>
        <a:p>
          <a:endParaRPr lang="en-US"/>
        </a:p>
      </dgm:t>
    </dgm:pt>
    <dgm:pt modelId="{F1B6DEF8-80C4-4537-8584-480D2E3B3B8F}">
      <dgm:prSet/>
      <dgm:spPr/>
      <dgm:t>
        <a:bodyPr/>
        <a:lstStyle/>
        <a:p>
          <a:r>
            <a:rPr lang="en-US"/>
            <a:t>• Delivery Outcomes</a:t>
          </a:r>
        </a:p>
      </dgm:t>
    </dgm:pt>
    <dgm:pt modelId="{E69E4ABB-94E3-4DE6-8EE5-E54E0E8AA4BB}" type="parTrans" cxnId="{63D6A75D-75A5-49C6-AC38-6E9671A2F4DC}">
      <dgm:prSet/>
      <dgm:spPr/>
      <dgm:t>
        <a:bodyPr/>
        <a:lstStyle/>
        <a:p>
          <a:endParaRPr lang="en-US"/>
        </a:p>
      </dgm:t>
    </dgm:pt>
    <dgm:pt modelId="{79F0274E-4870-4CAA-8861-8861960CA880}" type="sibTrans" cxnId="{63D6A75D-75A5-49C6-AC38-6E9671A2F4DC}">
      <dgm:prSet/>
      <dgm:spPr/>
      <dgm:t>
        <a:bodyPr/>
        <a:lstStyle/>
        <a:p>
          <a:endParaRPr lang="en-US"/>
        </a:p>
      </dgm:t>
    </dgm:pt>
    <dgm:pt modelId="{8B5CDEEF-5ADF-47CE-BCF4-4050DE1C148C}" type="pres">
      <dgm:prSet presAssocID="{649A4C9E-AD6C-4ED6-B880-1BFF20295EB2}" presName="root" presStyleCnt="0">
        <dgm:presLayoutVars>
          <dgm:dir/>
          <dgm:resizeHandles val="exact"/>
        </dgm:presLayoutVars>
      </dgm:prSet>
      <dgm:spPr/>
    </dgm:pt>
    <dgm:pt modelId="{5B432C66-0946-4C71-AD2F-D2210A77B473}" type="pres">
      <dgm:prSet presAssocID="{3CC26D1B-BA7D-444F-B687-14C6D8F43E81}" presName="compNode" presStyleCnt="0"/>
      <dgm:spPr/>
    </dgm:pt>
    <dgm:pt modelId="{3302A53C-24AC-4060-BF47-C242C5B45BD4}" type="pres">
      <dgm:prSet presAssocID="{3CC26D1B-BA7D-444F-B687-14C6D8F43E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2F06F93-CC77-4B7C-A887-42C879928A27}" type="pres">
      <dgm:prSet presAssocID="{3CC26D1B-BA7D-444F-B687-14C6D8F43E81}" presName="spaceRect" presStyleCnt="0"/>
      <dgm:spPr/>
    </dgm:pt>
    <dgm:pt modelId="{45A292A9-1AB6-4CF8-8673-CDB079D62408}" type="pres">
      <dgm:prSet presAssocID="{3CC26D1B-BA7D-444F-B687-14C6D8F43E81}" presName="textRect" presStyleLbl="revTx" presStyleIdx="0" presStyleCnt="4">
        <dgm:presLayoutVars>
          <dgm:chMax val="1"/>
          <dgm:chPref val="1"/>
        </dgm:presLayoutVars>
      </dgm:prSet>
      <dgm:spPr/>
    </dgm:pt>
    <dgm:pt modelId="{A6DDFDFF-9030-486C-A0D2-CD8CD8584DCE}" type="pres">
      <dgm:prSet presAssocID="{C37D597A-C15A-4FAB-B4AC-DED2C876C164}" presName="sibTrans" presStyleCnt="0"/>
      <dgm:spPr/>
    </dgm:pt>
    <dgm:pt modelId="{3D3648FA-F1EB-4C6E-808A-143697F62781}" type="pres">
      <dgm:prSet presAssocID="{0D0C5580-FF45-454B-A283-BD42CC5E6301}" presName="compNode" presStyleCnt="0"/>
      <dgm:spPr/>
    </dgm:pt>
    <dgm:pt modelId="{B8788BCD-B04F-4A96-90DF-FF75CBCDA9B3}" type="pres">
      <dgm:prSet presAssocID="{0D0C5580-FF45-454B-A283-BD42CC5E63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D143B26-F017-4502-928F-8B7EF6ACAFC9}" type="pres">
      <dgm:prSet presAssocID="{0D0C5580-FF45-454B-A283-BD42CC5E6301}" presName="spaceRect" presStyleCnt="0"/>
      <dgm:spPr/>
    </dgm:pt>
    <dgm:pt modelId="{BF5F1AAF-823C-44EB-A0EA-083C4F0CD9B8}" type="pres">
      <dgm:prSet presAssocID="{0D0C5580-FF45-454B-A283-BD42CC5E6301}" presName="textRect" presStyleLbl="revTx" presStyleIdx="1" presStyleCnt="4">
        <dgm:presLayoutVars>
          <dgm:chMax val="1"/>
          <dgm:chPref val="1"/>
        </dgm:presLayoutVars>
      </dgm:prSet>
      <dgm:spPr/>
    </dgm:pt>
    <dgm:pt modelId="{E01C4A71-9A93-4753-9CEA-5F48566A585F}" type="pres">
      <dgm:prSet presAssocID="{2637B068-953E-4856-81D9-7DF8DB03EA37}" presName="sibTrans" presStyleCnt="0"/>
      <dgm:spPr/>
    </dgm:pt>
    <dgm:pt modelId="{779E24CE-EA16-4204-B8CC-122F000E662C}" type="pres">
      <dgm:prSet presAssocID="{5A634E11-50CC-47B2-AD75-3BCBF3665CA5}" presName="compNode" presStyleCnt="0"/>
      <dgm:spPr/>
    </dgm:pt>
    <dgm:pt modelId="{9DB5371D-EB69-4F76-97EE-5ED082C098EB}" type="pres">
      <dgm:prSet presAssocID="{5A634E11-50CC-47B2-AD75-3BCBF3665C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0584A86-6106-49C9-A2AC-BD5D2945D900}" type="pres">
      <dgm:prSet presAssocID="{5A634E11-50CC-47B2-AD75-3BCBF3665CA5}" presName="spaceRect" presStyleCnt="0"/>
      <dgm:spPr/>
    </dgm:pt>
    <dgm:pt modelId="{A8535979-5177-4011-9606-3FAEE3AFDC51}" type="pres">
      <dgm:prSet presAssocID="{5A634E11-50CC-47B2-AD75-3BCBF3665CA5}" presName="textRect" presStyleLbl="revTx" presStyleIdx="2" presStyleCnt="4">
        <dgm:presLayoutVars>
          <dgm:chMax val="1"/>
          <dgm:chPref val="1"/>
        </dgm:presLayoutVars>
      </dgm:prSet>
      <dgm:spPr/>
    </dgm:pt>
    <dgm:pt modelId="{7F9F3A63-36D4-40CB-9D1E-3DACF52A354D}" type="pres">
      <dgm:prSet presAssocID="{793D8852-AF80-4513-930E-C4FAB6F6E6D5}" presName="sibTrans" presStyleCnt="0"/>
      <dgm:spPr/>
    </dgm:pt>
    <dgm:pt modelId="{B45ACF95-4DEA-4A7D-BC86-B261A987872E}" type="pres">
      <dgm:prSet presAssocID="{F1B6DEF8-80C4-4537-8584-480D2E3B3B8F}" presName="compNode" presStyleCnt="0"/>
      <dgm:spPr/>
    </dgm:pt>
    <dgm:pt modelId="{3C7B3B5C-41DA-4303-873E-25C19CEB6204}" type="pres">
      <dgm:prSet presAssocID="{F1B6DEF8-80C4-4537-8584-480D2E3B3B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B215C22-6E52-4D8E-ACB2-6176006CEFAE}" type="pres">
      <dgm:prSet presAssocID="{F1B6DEF8-80C4-4537-8584-480D2E3B3B8F}" presName="spaceRect" presStyleCnt="0"/>
      <dgm:spPr/>
    </dgm:pt>
    <dgm:pt modelId="{DE231C22-52F3-4D27-9DE0-ACA1EC92B498}" type="pres">
      <dgm:prSet presAssocID="{F1B6DEF8-80C4-4537-8584-480D2E3B3B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F6C62B-3D07-41A1-BCB6-89C1E67955C0}" srcId="{649A4C9E-AD6C-4ED6-B880-1BFF20295EB2}" destId="{5A634E11-50CC-47B2-AD75-3BCBF3665CA5}" srcOrd="2" destOrd="0" parTransId="{6B539BD3-D964-4060-8DD2-34420F42DEE2}" sibTransId="{793D8852-AF80-4513-930E-C4FAB6F6E6D5}"/>
    <dgm:cxn modelId="{63D6A75D-75A5-49C6-AC38-6E9671A2F4DC}" srcId="{649A4C9E-AD6C-4ED6-B880-1BFF20295EB2}" destId="{F1B6DEF8-80C4-4537-8584-480D2E3B3B8F}" srcOrd="3" destOrd="0" parTransId="{E69E4ABB-94E3-4DE6-8EE5-E54E0E8AA4BB}" sibTransId="{79F0274E-4870-4CAA-8861-8861960CA880}"/>
    <dgm:cxn modelId="{9606566C-70FC-4DCB-B992-B8258576438D}" srcId="{649A4C9E-AD6C-4ED6-B880-1BFF20295EB2}" destId="{3CC26D1B-BA7D-444F-B687-14C6D8F43E81}" srcOrd="0" destOrd="0" parTransId="{6873C7D2-AFE4-44D4-84C0-5C6A4EE3A5F2}" sibTransId="{C37D597A-C15A-4FAB-B4AC-DED2C876C164}"/>
    <dgm:cxn modelId="{7902F37D-8B49-43F6-8ADE-A380E5CAAEE4}" type="presOf" srcId="{649A4C9E-AD6C-4ED6-B880-1BFF20295EB2}" destId="{8B5CDEEF-5ADF-47CE-BCF4-4050DE1C148C}" srcOrd="0" destOrd="0" presId="urn:microsoft.com/office/officeart/2018/2/layout/IconLabelList"/>
    <dgm:cxn modelId="{78113D8F-0B84-44F2-8C0B-32350B894094}" type="presOf" srcId="{0D0C5580-FF45-454B-A283-BD42CC5E6301}" destId="{BF5F1AAF-823C-44EB-A0EA-083C4F0CD9B8}" srcOrd="0" destOrd="0" presId="urn:microsoft.com/office/officeart/2018/2/layout/IconLabelList"/>
    <dgm:cxn modelId="{08070A98-52C4-4F43-B152-2938FE4C3F31}" type="presOf" srcId="{3CC26D1B-BA7D-444F-B687-14C6D8F43E81}" destId="{45A292A9-1AB6-4CF8-8673-CDB079D62408}" srcOrd="0" destOrd="0" presId="urn:microsoft.com/office/officeart/2018/2/layout/IconLabelList"/>
    <dgm:cxn modelId="{3778D0A8-93D8-49A4-BB21-4617DC3DBE31}" type="presOf" srcId="{5A634E11-50CC-47B2-AD75-3BCBF3665CA5}" destId="{A8535979-5177-4011-9606-3FAEE3AFDC51}" srcOrd="0" destOrd="0" presId="urn:microsoft.com/office/officeart/2018/2/layout/IconLabelList"/>
    <dgm:cxn modelId="{93B683E5-9A6D-4111-B3F0-C8303028F19F}" srcId="{649A4C9E-AD6C-4ED6-B880-1BFF20295EB2}" destId="{0D0C5580-FF45-454B-A283-BD42CC5E6301}" srcOrd="1" destOrd="0" parTransId="{CEF54417-515D-4C03-A4E0-BD7448680452}" sibTransId="{2637B068-953E-4856-81D9-7DF8DB03EA37}"/>
    <dgm:cxn modelId="{3E8E70FA-0696-405D-B966-DB6923209878}" type="presOf" srcId="{F1B6DEF8-80C4-4537-8584-480D2E3B3B8F}" destId="{DE231C22-52F3-4D27-9DE0-ACA1EC92B498}" srcOrd="0" destOrd="0" presId="urn:microsoft.com/office/officeart/2018/2/layout/IconLabelList"/>
    <dgm:cxn modelId="{17B2C95C-2A2F-4EAD-BEBA-E03A74A726E1}" type="presParOf" srcId="{8B5CDEEF-5ADF-47CE-BCF4-4050DE1C148C}" destId="{5B432C66-0946-4C71-AD2F-D2210A77B473}" srcOrd="0" destOrd="0" presId="urn:microsoft.com/office/officeart/2018/2/layout/IconLabelList"/>
    <dgm:cxn modelId="{17D2AAA0-65BE-446A-9A6F-6F3EBBE3D467}" type="presParOf" srcId="{5B432C66-0946-4C71-AD2F-D2210A77B473}" destId="{3302A53C-24AC-4060-BF47-C242C5B45BD4}" srcOrd="0" destOrd="0" presId="urn:microsoft.com/office/officeart/2018/2/layout/IconLabelList"/>
    <dgm:cxn modelId="{8BA6C216-03CA-4F7A-9449-F1C096670912}" type="presParOf" srcId="{5B432C66-0946-4C71-AD2F-D2210A77B473}" destId="{92F06F93-CC77-4B7C-A887-42C879928A27}" srcOrd="1" destOrd="0" presId="urn:microsoft.com/office/officeart/2018/2/layout/IconLabelList"/>
    <dgm:cxn modelId="{3824BFCD-821D-4A21-B1D7-1BA78BA7B74D}" type="presParOf" srcId="{5B432C66-0946-4C71-AD2F-D2210A77B473}" destId="{45A292A9-1AB6-4CF8-8673-CDB079D62408}" srcOrd="2" destOrd="0" presId="urn:microsoft.com/office/officeart/2018/2/layout/IconLabelList"/>
    <dgm:cxn modelId="{10322AB4-8B55-4E01-9AA0-4BC69048F56A}" type="presParOf" srcId="{8B5CDEEF-5ADF-47CE-BCF4-4050DE1C148C}" destId="{A6DDFDFF-9030-486C-A0D2-CD8CD8584DCE}" srcOrd="1" destOrd="0" presId="urn:microsoft.com/office/officeart/2018/2/layout/IconLabelList"/>
    <dgm:cxn modelId="{28FDD454-9A25-4527-8F36-67D1E20530E6}" type="presParOf" srcId="{8B5CDEEF-5ADF-47CE-BCF4-4050DE1C148C}" destId="{3D3648FA-F1EB-4C6E-808A-143697F62781}" srcOrd="2" destOrd="0" presId="urn:microsoft.com/office/officeart/2018/2/layout/IconLabelList"/>
    <dgm:cxn modelId="{F111AF8C-3D90-4FEB-9C1C-558F860FD742}" type="presParOf" srcId="{3D3648FA-F1EB-4C6E-808A-143697F62781}" destId="{B8788BCD-B04F-4A96-90DF-FF75CBCDA9B3}" srcOrd="0" destOrd="0" presId="urn:microsoft.com/office/officeart/2018/2/layout/IconLabelList"/>
    <dgm:cxn modelId="{CE063F8D-5A51-4298-A6D4-66B4B9DE0E75}" type="presParOf" srcId="{3D3648FA-F1EB-4C6E-808A-143697F62781}" destId="{BD143B26-F017-4502-928F-8B7EF6ACAFC9}" srcOrd="1" destOrd="0" presId="urn:microsoft.com/office/officeart/2018/2/layout/IconLabelList"/>
    <dgm:cxn modelId="{946C2BF4-7C6A-424F-8B75-A31162795ABD}" type="presParOf" srcId="{3D3648FA-F1EB-4C6E-808A-143697F62781}" destId="{BF5F1AAF-823C-44EB-A0EA-083C4F0CD9B8}" srcOrd="2" destOrd="0" presId="urn:microsoft.com/office/officeart/2018/2/layout/IconLabelList"/>
    <dgm:cxn modelId="{83CB2099-2A4F-40F4-B227-FEF3FC78C6D1}" type="presParOf" srcId="{8B5CDEEF-5ADF-47CE-BCF4-4050DE1C148C}" destId="{E01C4A71-9A93-4753-9CEA-5F48566A585F}" srcOrd="3" destOrd="0" presId="urn:microsoft.com/office/officeart/2018/2/layout/IconLabelList"/>
    <dgm:cxn modelId="{F6AEA952-81DE-458F-963C-3DF5163950AD}" type="presParOf" srcId="{8B5CDEEF-5ADF-47CE-BCF4-4050DE1C148C}" destId="{779E24CE-EA16-4204-B8CC-122F000E662C}" srcOrd="4" destOrd="0" presId="urn:microsoft.com/office/officeart/2018/2/layout/IconLabelList"/>
    <dgm:cxn modelId="{CD315150-FEBB-4AF2-A768-BEBC67B880AE}" type="presParOf" srcId="{779E24CE-EA16-4204-B8CC-122F000E662C}" destId="{9DB5371D-EB69-4F76-97EE-5ED082C098EB}" srcOrd="0" destOrd="0" presId="urn:microsoft.com/office/officeart/2018/2/layout/IconLabelList"/>
    <dgm:cxn modelId="{427D793A-9FDC-4B8F-A8C8-4F09A7F0F9D2}" type="presParOf" srcId="{779E24CE-EA16-4204-B8CC-122F000E662C}" destId="{80584A86-6106-49C9-A2AC-BD5D2945D900}" srcOrd="1" destOrd="0" presId="urn:microsoft.com/office/officeart/2018/2/layout/IconLabelList"/>
    <dgm:cxn modelId="{8C6154BE-4CCA-4D9E-9FB7-7B1A255D653C}" type="presParOf" srcId="{779E24CE-EA16-4204-B8CC-122F000E662C}" destId="{A8535979-5177-4011-9606-3FAEE3AFDC51}" srcOrd="2" destOrd="0" presId="urn:microsoft.com/office/officeart/2018/2/layout/IconLabelList"/>
    <dgm:cxn modelId="{7C9710D1-FFD5-4AE7-A620-6E7E7BC6DD73}" type="presParOf" srcId="{8B5CDEEF-5ADF-47CE-BCF4-4050DE1C148C}" destId="{7F9F3A63-36D4-40CB-9D1E-3DACF52A354D}" srcOrd="5" destOrd="0" presId="urn:microsoft.com/office/officeart/2018/2/layout/IconLabelList"/>
    <dgm:cxn modelId="{BDB3153E-F32C-41AF-94A5-1039D00FDC86}" type="presParOf" srcId="{8B5CDEEF-5ADF-47CE-BCF4-4050DE1C148C}" destId="{B45ACF95-4DEA-4A7D-BC86-B261A987872E}" srcOrd="6" destOrd="0" presId="urn:microsoft.com/office/officeart/2018/2/layout/IconLabelList"/>
    <dgm:cxn modelId="{FF64DDCC-BDE3-4984-9835-94DF17FF2936}" type="presParOf" srcId="{B45ACF95-4DEA-4A7D-BC86-B261A987872E}" destId="{3C7B3B5C-41DA-4303-873E-25C19CEB6204}" srcOrd="0" destOrd="0" presId="urn:microsoft.com/office/officeart/2018/2/layout/IconLabelList"/>
    <dgm:cxn modelId="{C97A3551-D881-42C4-91D0-789A86A2A229}" type="presParOf" srcId="{B45ACF95-4DEA-4A7D-BC86-B261A987872E}" destId="{1B215C22-6E52-4D8E-ACB2-6176006CEFAE}" srcOrd="1" destOrd="0" presId="urn:microsoft.com/office/officeart/2018/2/layout/IconLabelList"/>
    <dgm:cxn modelId="{C9A51F7E-724F-4F02-9D0A-CA7655720FE9}" type="presParOf" srcId="{B45ACF95-4DEA-4A7D-BC86-B261A987872E}" destId="{DE231C22-52F3-4D27-9DE0-ACA1EC92B49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2A53C-24AC-4060-BF47-C242C5B45BD4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292A9-1AB6-4CF8-8673-CDB079D62408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Business Objective</a:t>
          </a:r>
        </a:p>
      </dsp:txBody>
      <dsp:txXfrm>
        <a:off x="25435" y="2276522"/>
        <a:ext cx="1800000" cy="720000"/>
      </dsp:txXfrm>
    </dsp:sp>
    <dsp:sp modelId="{B8788BCD-B04F-4A96-90DF-FF75CBCDA9B3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F1AAF-823C-44EB-A0EA-083C4F0CD9B8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Scope &amp; Timeline</a:t>
          </a:r>
        </a:p>
      </dsp:txBody>
      <dsp:txXfrm>
        <a:off x="2140435" y="2276522"/>
        <a:ext cx="1800000" cy="720000"/>
      </dsp:txXfrm>
    </dsp:sp>
    <dsp:sp modelId="{9DB5371D-EB69-4F76-97EE-5ED082C098EB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35979-5177-4011-9606-3FAEE3AFDC51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Risks &amp; Mitigations</a:t>
          </a:r>
        </a:p>
      </dsp:txBody>
      <dsp:txXfrm>
        <a:off x="4255435" y="2276522"/>
        <a:ext cx="1800000" cy="720000"/>
      </dsp:txXfrm>
    </dsp:sp>
    <dsp:sp modelId="{3C7B3B5C-41DA-4303-873E-25C19CEB6204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31C22-52F3-4D27-9DE0-ACA1EC92B498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Delivery Outcomes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Cloud Migration &amp; Infrastructure Implementation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3E086F-5585-A173-69BB-E05474911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30347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</Words>
  <Application>Microsoft Macintosh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Cloud Migration &amp; Infrastructure Implementation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2025-12-12T17:31:29Z</dcterms:modified>
  <cp:category/>
</cp:coreProperties>
</file>