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5"/>
  </p:normalViewPr>
  <p:slideViewPr>
    <p:cSldViewPr snapToGrid="0" snapToObjects="1">
      <p:cViewPr varScale="1">
        <p:scale>
          <a:sx n="107" d="100"/>
          <a:sy n="107" d="100"/>
        </p:scale>
        <p:origin x="4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50E1EA-C456-4A50-86E3-CAF612568AA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676636D-00D1-4421-9D26-ABBADCBBF26A}">
      <dgm:prSet/>
      <dgm:spPr/>
      <dgm:t>
        <a:bodyPr/>
        <a:lstStyle/>
        <a:p>
          <a:pPr>
            <a:defRPr cap="all"/>
          </a:pPr>
          <a:r>
            <a:rPr lang="en-US"/>
            <a:t>• Business Objective</a:t>
          </a:r>
        </a:p>
      </dgm:t>
    </dgm:pt>
    <dgm:pt modelId="{0CC27370-E22E-41B2-9D57-A6B8F52493FB}" type="parTrans" cxnId="{0CCF1785-EA45-4FD6-9E77-CAD208C7E6B1}">
      <dgm:prSet/>
      <dgm:spPr/>
      <dgm:t>
        <a:bodyPr/>
        <a:lstStyle/>
        <a:p>
          <a:endParaRPr lang="en-US"/>
        </a:p>
      </dgm:t>
    </dgm:pt>
    <dgm:pt modelId="{C73C96A5-12CE-46CD-A8AB-05C1D7BB8007}" type="sibTrans" cxnId="{0CCF1785-EA45-4FD6-9E77-CAD208C7E6B1}">
      <dgm:prSet/>
      <dgm:spPr/>
      <dgm:t>
        <a:bodyPr/>
        <a:lstStyle/>
        <a:p>
          <a:endParaRPr lang="en-US"/>
        </a:p>
      </dgm:t>
    </dgm:pt>
    <dgm:pt modelId="{767036BD-8D38-4E31-9F76-F790D6302F3D}">
      <dgm:prSet/>
      <dgm:spPr/>
      <dgm:t>
        <a:bodyPr/>
        <a:lstStyle/>
        <a:p>
          <a:pPr>
            <a:defRPr cap="all"/>
          </a:pPr>
          <a:r>
            <a:rPr lang="en-US"/>
            <a:t>• Scope &amp; Timeline</a:t>
          </a:r>
        </a:p>
      </dgm:t>
    </dgm:pt>
    <dgm:pt modelId="{D92EF691-90AC-40DF-B1CC-AB50F8C31A48}" type="parTrans" cxnId="{2AEE56EF-B4B2-4C2D-9E9C-FAAAA843E228}">
      <dgm:prSet/>
      <dgm:spPr/>
      <dgm:t>
        <a:bodyPr/>
        <a:lstStyle/>
        <a:p>
          <a:endParaRPr lang="en-US"/>
        </a:p>
      </dgm:t>
    </dgm:pt>
    <dgm:pt modelId="{371AD29A-4507-4F39-8FEC-7A2076152249}" type="sibTrans" cxnId="{2AEE56EF-B4B2-4C2D-9E9C-FAAAA843E228}">
      <dgm:prSet/>
      <dgm:spPr/>
      <dgm:t>
        <a:bodyPr/>
        <a:lstStyle/>
        <a:p>
          <a:endParaRPr lang="en-US"/>
        </a:p>
      </dgm:t>
    </dgm:pt>
    <dgm:pt modelId="{F4E5DF6F-503F-4346-AFBD-00C241E35D90}">
      <dgm:prSet/>
      <dgm:spPr/>
      <dgm:t>
        <a:bodyPr/>
        <a:lstStyle/>
        <a:p>
          <a:pPr>
            <a:defRPr cap="all"/>
          </a:pPr>
          <a:r>
            <a:rPr lang="en-US"/>
            <a:t>• Risks &amp; Mitigations</a:t>
          </a:r>
        </a:p>
      </dgm:t>
    </dgm:pt>
    <dgm:pt modelId="{8E2FC747-D403-4C2E-B8E5-644217FC8DE7}" type="parTrans" cxnId="{D3F1F0ED-6EF0-40A9-BD24-C21A29F83671}">
      <dgm:prSet/>
      <dgm:spPr/>
      <dgm:t>
        <a:bodyPr/>
        <a:lstStyle/>
        <a:p>
          <a:endParaRPr lang="en-US"/>
        </a:p>
      </dgm:t>
    </dgm:pt>
    <dgm:pt modelId="{585C4661-812C-47D9-8B8B-D157B20EAEF0}" type="sibTrans" cxnId="{D3F1F0ED-6EF0-40A9-BD24-C21A29F83671}">
      <dgm:prSet/>
      <dgm:spPr/>
      <dgm:t>
        <a:bodyPr/>
        <a:lstStyle/>
        <a:p>
          <a:endParaRPr lang="en-US"/>
        </a:p>
      </dgm:t>
    </dgm:pt>
    <dgm:pt modelId="{F2F14D22-9A00-4684-93EB-39F7E7A620CC}">
      <dgm:prSet/>
      <dgm:spPr/>
      <dgm:t>
        <a:bodyPr/>
        <a:lstStyle/>
        <a:p>
          <a:pPr>
            <a:defRPr cap="all"/>
          </a:pPr>
          <a:r>
            <a:rPr lang="en-US"/>
            <a:t>• Delivery Outcomes</a:t>
          </a:r>
        </a:p>
      </dgm:t>
    </dgm:pt>
    <dgm:pt modelId="{61B1B15D-013D-4EB6-AD86-794FA16E3827}" type="parTrans" cxnId="{FBC79416-01F3-4134-8E9E-56E8930DCF04}">
      <dgm:prSet/>
      <dgm:spPr/>
      <dgm:t>
        <a:bodyPr/>
        <a:lstStyle/>
        <a:p>
          <a:endParaRPr lang="en-US"/>
        </a:p>
      </dgm:t>
    </dgm:pt>
    <dgm:pt modelId="{B304E1C2-012A-4599-8C17-FE84B3AEC3B6}" type="sibTrans" cxnId="{FBC79416-01F3-4134-8E9E-56E8930DCF04}">
      <dgm:prSet/>
      <dgm:spPr/>
      <dgm:t>
        <a:bodyPr/>
        <a:lstStyle/>
        <a:p>
          <a:endParaRPr lang="en-US"/>
        </a:p>
      </dgm:t>
    </dgm:pt>
    <dgm:pt modelId="{43825937-2689-4AA9-9908-C3D4A5D0CBBE}" type="pres">
      <dgm:prSet presAssocID="{3E50E1EA-C456-4A50-86E3-CAF612568AA1}" presName="root" presStyleCnt="0">
        <dgm:presLayoutVars>
          <dgm:dir/>
          <dgm:resizeHandles val="exact"/>
        </dgm:presLayoutVars>
      </dgm:prSet>
      <dgm:spPr/>
    </dgm:pt>
    <dgm:pt modelId="{5173DA4C-9760-4BFB-92F6-AF9543D753EB}" type="pres">
      <dgm:prSet presAssocID="{2676636D-00D1-4421-9D26-ABBADCBBF26A}" presName="compNode" presStyleCnt="0"/>
      <dgm:spPr/>
    </dgm:pt>
    <dgm:pt modelId="{3D3DE9AF-8686-405B-9D94-8632432E8094}" type="pres">
      <dgm:prSet presAssocID="{2676636D-00D1-4421-9D26-ABBADCBBF26A}" presName="iconBgRect" presStyleLbl="bgShp" presStyleIdx="0" presStyleCnt="4"/>
      <dgm:spPr/>
    </dgm:pt>
    <dgm:pt modelId="{88D1399A-E38B-49FE-A4EE-583628EECFD5}" type="pres">
      <dgm:prSet presAssocID="{2676636D-00D1-4421-9D26-ABBADCBBF26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5D6ADC9-632A-4E58-96EB-3DE3B9E521B8}" type="pres">
      <dgm:prSet presAssocID="{2676636D-00D1-4421-9D26-ABBADCBBF26A}" presName="spaceRect" presStyleCnt="0"/>
      <dgm:spPr/>
    </dgm:pt>
    <dgm:pt modelId="{7591493F-A93E-4BBE-86CD-08BC49297EC5}" type="pres">
      <dgm:prSet presAssocID="{2676636D-00D1-4421-9D26-ABBADCBBF26A}" presName="textRect" presStyleLbl="revTx" presStyleIdx="0" presStyleCnt="4">
        <dgm:presLayoutVars>
          <dgm:chMax val="1"/>
          <dgm:chPref val="1"/>
        </dgm:presLayoutVars>
      </dgm:prSet>
      <dgm:spPr/>
    </dgm:pt>
    <dgm:pt modelId="{0BBEBA3C-52A3-4FA7-AD9F-2FCC1189D5FF}" type="pres">
      <dgm:prSet presAssocID="{C73C96A5-12CE-46CD-A8AB-05C1D7BB8007}" presName="sibTrans" presStyleCnt="0"/>
      <dgm:spPr/>
    </dgm:pt>
    <dgm:pt modelId="{816B46CC-56D6-4B80-AFD5-D365465D673D}" type="pres">
      <dgm:prSet presAssocID="{767036BD-8D38-4E31-9F76-F790D6302F3D}" presName="compNode" presStyleCnt="0"/>
      <dgm:spPr/>
    </dgm:pt>
    <dgm:pt modelId="{4CCAB3EF-192B-4250-8C12-D0F1FB8B52B7}" type="pres">
      <dgm:prSet presAssocID="{767036BD-8D38-4E31-9F76-F790D6302F3D}" presName="iconBgRect" presStyleLbl="bgShp" presStyleIdx="1" presStyleCnt="4"/>
      <dgm:spPr/>
    </dgm:pt>
    <dgm:pt modelId="{EC9BD858-DDCC-456B-9381-51CFB1B19C4D}" type="pres">
      <dgm:prSet presAssocID="{767036BD-8D38-4E31-9F76-F790D6302F3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8E3F255-0F56-422D-A458-08AB6B879BC0}" type="pres">
      <dgm:prSet presAssocID="{767036BD-8D38-4E31-9F76-F790D6302F3D}" presName="spaceRect" presStyleCnt="0"/>
      <dgm:spPr/>
    </dgm:pt>
    <dgm:pt modelId="{C42C5ACC-AB5F-4427-AA20-B9BB44280DFF}" type="pres">
      <dgm:prSet presAssocID="{767036BD-8D38-4E31-9F76-F790D6302F3D}" presName="textRect" presStyleLbl="revTx" presStyleIdx="1" presStyleCnt="4">
        <dgm:presLayoutVars>
          <dgm:chMax val="1"/>
          <dgm:chPref val="1"/>
        </dgm:presLayoutVars>
      </dgm:prSet>
      <dgm:spPr/>
    </dgm:pt>
    <dgm:pt modelId="{AA1BEB90-1FD7-4E72-9B19-355378D4A353}" type="pres">
      <dgm:prSet presAssocID="{371AD29A-4507-4F39-8FEC-7A2076152249}" presName="sibTrans" presStyleCnt="0"/>
      <dgm:spPr/>
    </dgm:pt>
    <dgm:pt modelId="{6483787C-D37F-43BE-AF67-91ABFA1C241A}" type="pres">
      <dgm:prSet presAssocID="{F4E5DF6F-503F-4346-AFBD-00C241E35D90}" presName="compNode" presStyleCnt="0"/>
      <dgm:spPr/>
    </dgm:pt>
    <dgm:pt modelId="{BF1831D9-A640-441F-A608-26F64BA9476C}" type="pres">
      <dgm:prSet presAssocID="{F4E5DF6F-503F-4346-AFBD-00C241E35D90}" presName="iconBgRect" presStyleLbl="bgShp" presStyleIdx="2" presStyleCnt="4"/>
      <dgm:spPr/>
    </dgm:pt>
    <dgm:pt modelId="{338E264E-F34F-4AED-80A3-E7A1CC0D5522}" type="pres">
      <dgm:prSet presAssocID="{F4E5DF6F-503F-4346-AFBD-00C241E35D9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D2D5F5D-A3D4-4E65-B26B-FA9DA7A50559}" type="pres">
      <dgm:prSet presAssocID="{F4E5DF6F-503F-4346-AFBD-00C241E35D90}" presName="spaceRect" presStyleCnt="0"/>
      <dgm:spPr/>
    </dgm:pt>
    <dgm:pt modelId="{7E2A5DE8-2C25-480F-86F5-99526B73FCEA}" type="pres">
      <dgm:prSet presAssocID="{F4E5DF6F-503F-4346-AFBD-00C241E35D90}" presName="textRect" presStyleLbl="revTx" presStyleIdx="2" presStyleCnt="4">
        <dgm:presLayoutVars>
          <dgm:chMax val="1"/>
          <dgm:chPref val="1"/>
        </dgm:presLayoutVars>
      </dgm:prSet>
      <dgm:spPr/>
    </dgm:pt>
    <dgm:pt modelId="{00CB6B21-CB4C-411D-9C7D-2BD2ADC04075}" type="pres">
      <dgm:prSet presAssocID="{585C4661-812C-47D9-8B8B-D157B20EAEF0}" presName="sibTrans" presStyleCnt="0"/>
      <dgm:spPr/>
    </dgm:pt>
    <dgm:pt modelId="{95610ADC-3D1D-4652-B9D7-6C941F135B75}" type="pres">
      <dgm:prSet presAssocID="{F2F14D22-9A00-4684-93EB-39F7E7A620CC}" presName="compNode" presStyleCnt="0"/>
      <dgm:spPr/>
    </dgm:pt>
    <dgm:pt modelId="{85AAC811-EA7F-4002-AC5A-F105D57470CD}" type="pres">
      <dgm:prSet presAssocID="{F2F14D22-9A00-4684-93EB-39F7E7A620CC}" presName="iconBgRect" presStyleLbl="bgShp" presStyleIdx="3" presStyleCnt="4"/>
      <dgm:spPr/>
    </dgm:pt>
    <dgm:pt modelId="{769325F4-9C3C-4088-ADBE-D0061BFE04B6}" type="pres">
      <dgm:prSet presAssocID="{F2F14D22-9A00-4684-93EB-39F7E7A620C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0D8F240-6783-47AB-9932-75C2F911D0C6}" type="pres">
      <dgm:prSet presAssocID="{F2F14D22-9A00-4684-93EB-39F7E7A620CC}" presName="spaceRect" presStyleCnt="0"/>
      <dgm:spPr/>
    </dgm:pt>
    <dgm:pt modelId="{4E9414E2-DF37-40F0-B1BE-440B67A54013}" type="pres">
      <dgm:prSet presAssocID="{F2F14D22-9A00-4684-93EB-39F7E7A620C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BC79416-01F3-4134-8E9E-56E8930DCF04}" srcId="{3E50E1EA-C456-4A50-86E3-CAF612568AA1}" destId="{F2F14D22-9A00-4684-93EB-39F7E7A620CC}" srcOrd="3" destOrd="0" parTransId="{61B1B15D-013D-4EB6-AD86-794FA16E3827}" sibTransId="{B304E1C2-012A-4599-8C17-FE84B3AEC3B6}"/>
    <dgm:cxn modelId="{5C59927B-5932-41BA-B0C4-CA5C4B3B97F7}" type="presOf" srcId="{3E50E1EA-C456-4A50-86E3-CAF612568AA1}" destId="{43825937-2689-4AA9-9908-C3D4A5D0CBBE}" srcOrd="0" destOrd="0" presId="urn:microsoft.com/office/officeart/2018/5/layout/IconCircleLabelList"/>
    <dgm:cxn modelId="{1E4A457C-3CB5-4477-AEF6-A2C938A5C94A}" type="presOf" srcId="{767036BD-8D38-4E31-9F76-F790D6302F3D}" destId="{C42C5ACC-AB5F-4427-AA20-B9BB44280DFF}" srcOrd="0" destOrd="0" presId="urn:microsoft.com/office/officeart/2018/5/layout/IconCircleLabelList"/>
    <dgm:cxn modelId="{625FBE7E-EA35-40BF-81EB-2A04D7ADDA40}" type="presOf" srcId="{F4E5DF6F-503F-4346-AFBD-00C241E35D90}" destId="{7E2A5DE8-2C25-480F-86F5-99526B73FCEA}" srcOrd="0" destOrd="0" presId="urn:microsoft.com/office/officeart/2018/5/layout/IconCircleLabelList"/>
    <dgm:cxn modelId="{0CCF1785-EA45-4FD6-9E77-CAD208C7E6B1}" srcId="{3E50E1EA-C456-4A50-86E3-CAF612568AA1}" destId="{2676636D-00D1-4421-9D26-ABBADCBBF26A}" srcOrd="0" destOrd="0" parTransId="{0CC27370-E22E-41B2-9D57-A6B8F52493FB}" sibTransId="{C73C96A5-12CE-46CD-A8AB-05C1D7BB8007}"/>
    <dgm:cxn modelId="{794D1594-0F8E-4EF5-A8FC-6D7E57C24A05}" type="presOf" srcId="{2676636D-00D1-4421-9D26-ABBADCBBF26A}" destId="{7591493F-A93E-4BBE-86CD-08BC49297EC5}" srcOrd="0" destOrd="0" presId="urn:microsoft.com/office/officeart/2018/5/layout/IconCircleLabelList"/>
    <dgm:cxn modelId="{72DF0CA7-498B-421B-9CCF-3ED6FF1C835C}" type="presOf" srcId="{F2F14D22-9A00-4684-93EB-39F7E7A620CC}" destId="{4E9414E2-DF37-40F0-B1BE-440B67A54013}" srcOrd="0" destOrd="0" presId="urn:microsoft.com/office/officeart/2018/5/layout/IconCircleLabelList"/>
    <dgm:cxn modelId="{D3F1F0ED-6EF0-40A9-BD24-C21A29F83671}" srcId="{3E50E1EA-C456-4A50-86E3-CAF612568AA1}" destId="{F4E5DF6F-503F-4346-AFBD-00C241E35D90}" srcOrd="2" destOrd="0" parTransId="{8E2FC747-D403-4C2E-B8E5-644217FC8DE7}" sibTransId="{585C4661-812C-47D9-8B8B-D157B20EAEF0}"/>
    <dgm:cxn modelId="{2AEE56EF-B4B2-4C2D-9E9C-FAAAA843E228}" srcId="{3E50E1EA-C456-4A50-86E3-CAF612568AA1}" destId="{767036BD-8D38-4E31-9F76-F790D6302F3D}" srcOrd="1" destOrd="0" parTransId="{D92EF691-90AC-40DF-B1CC-AB50F8C31A48}" sibTransId="{371AD29A-4507-4F39-8FEC-7A2076152249}"/>
    <dgm:cxn modelId="{2190CDB4-DD21-49E2-9B90-A85C3AB468F8}" type="presParOf" srcId="{43825937-2689-4AA9-9908-C3D4A5D0CBBE}" destId="{5173DA4C-9760-4BFB-92F6-AF9543D753EB}" srcOrd="0" destOrd="0" presId="urn:microsoft.com/office/officeart/2018/5/layout/IconCircleLabelList"/>
    <dgm:cxn modelId="{93496A3C-5B8F-4583-BBDD-7E2C34C63A3C}" type="presParOf" srcId="{5173DA4C-9760-4BFB-92F6-AF9543D753EB}" destId="{3D3DE9AF-8686-405B-9D94-8632432E8094}" srcOrd="0" destOrd="0" presId="urn:microsoft.com/office/officeart/2018/5/layout/IconCircleLabelList"/>
    <dgm:cxn modelId="{C7659BBB-9BCB-400D-8DFE-61B651E4367E}" type="presParOf" srcId="{5173DA4C-9760-4BFB-92F6-AF9543D753EB}" destId="{88D1399A-E38B-49FE-A4EE-583628EECFD5}" srcOrd="1" destOrd="0" presId="urn:microsoft.com/office/officeart/2018/5/layout/IconCircleLabelList"/>
    <dgm:cxn modelId="{76ABC176-1F1C-4391-8A5C-340D3B21C5D8}" type="presParOf" srcId="{5173DA4C-9760-4BFB-92F6-AF9543D753EB}" destId="{65D6ADC9-632A-4E58-96EB-3DE3B9E521B8}" srcOrd="2" destOrd="0" presId="urn:microsoft.com/office/officeart/2018/5/layout/IconCircleLabelList"/>
    <dgm:cxn modelId="{ECBA70B1-63F5-4999-9A87-06AA1981880B}" type="presParOf" srcId="{5173DA4C-9760-4BFB-92F6-AF9543D753EB}" destId="{7591493F-A93E-4BBE-86CD-08BC49297EC5}" srcOrd="3" destOrd="0" presId="urn:microsoft.com/office/officeart/2018/5/layout/IconCircleLabelList"/>
    <dgm:cxn modelId="{CE2F269F-6A14-4097-A459-7A9C7AEA3151}" type="presParOf" srcId="{43825937-2689-4AA9-9908-C3D4A5D0CBBE}" destId="{0BBEBA3C-52A3-4FA7-AD9F-2FCC1189D5FF}" srcOrd="1" destOrd="0" presId="urn:microsoft.com/office/officeart/2018/5/layout/IconCircleLabelList"/>
    <dgm:cxn modelId="{52C77200-51DF-41EC-B27F-8A424E054D9B}" type="presParOf" srcId="{43825937-2689-4AA9-9908-C3D4A5D0CBBE}" destId="{816B46CC-56D6-4B80-AFD5-D365465D673D}" srcOrd="2" destOrd="0" presId="urn:microsoft.com/office/officeart/2018/5/layout/IconCircleLabelList"/>
    <dgm:cxn modelId="{7D8B3F9B-A607-4C07-B4C4-FC6DE2D3A928}" type="presParOf" srcId="{816B46CC-56D6-4B80-AFD5-D365465D673D}" destId="{4CCAB3EF-192B-4250-8C12-D0F1FB8B52B7}" srcOrd="0" destOrd="0" presId="urn:microsoft.com/office/officeart/2018/5/layout/IconCircleLabelList"/>
    <dgm:cxn modelId="{4351D36C-B11D-45B4-97A7-0A393CB5CF11}" type="presParOf" srcId="{816B46CC-56D6-4B80-AFD5-D365465D673D}" destId="{EC9BD858-DDCC-456B-9381-51CFB1B19C4D}" srcOrd="1" destOrd="0" presId="urn:microsoft.com/office/officeart/2018/5/layout/IconCircleLabelList"/>
    <dgm:cxn modelId="{3AD1BE5E-53A5-4003-8925-04952054A908}" type="presParOf" srcId="{816B46CC-56D6-4B80-AFD5-D365465D673D}" destId="{58E3F255-0F56-422D-A458-08AB6B879BC0}" srcOrd="2" destOrd="0" presId="urn:microsoft.com/office/officeart/2018/5/layout/IconCircleLabelList"/>
    <dgm:cxn modelId="{6080677F-48BC-4D5E-82C3-6E1DF60A6740}" type="presParOf" srcId="{816B46CC-56D6-4B80-AFD5-D365465D673D}" destId="{C42C5ACC-AB5F-4427-AA20-B9BB44280DFF}" srcOrd="3" destOrd="0" presId="urn:microsoft.com/office/officeart/2018/5/layout/IconCircleLabelList"/>
    <dgm:cxn modelId="{1A37CD9D-01C1-4CD8-84C1-050AB55554CF}" type="presParOf" srcId="{43825937-2689-4AA9-9908-C3D4A5D0CBBE}" destId="{AA1BEB90-1FD7-4E72-9B19-355378D4A353}" srcOrd="3" destOrd="0" presId="urn:microsoft.com/office/officeart/2018/5/layout/IconCircleLabelList"/>
    <dgm:cxn modelId="{654FE9D8-4FF0-44C3-B077-F4191B220516}" type="presParOf" srcId="{43825937-2689-4AA9-9908-C3D4A5D0CBBE}" destId="{6483787C-D37F-43BE-AF67-91ABFA1C241A}" srcOrd="4" destOrd="0" presId="urn:microsoft.com/office/officeart/2018/5/layout/IconCircleLabelList"/>
    <dgm:cxn modelId="{CD3E5EC5-8F19-46DB-872E-E608666793A8}" type="presParOf" srcId="{6483787C-D37F-43BE-AF67-91ABFA1C241A}" destId="{BF1831D9-A640-441F-A608-26F64BA9476C}" srcOrd="0" destOrd="0" presId="urn:microsoft.com/office/officeart/2018/5/layout/IconCircleLabelList"/>
    <dgm:cxn modelId="{9B13AFD3-BC05-4C35-BDC7-B44D3E312056}" type="presParOf" srcId="{6483787C-D37F-43BE-AF67-91ABFA1C241A}" destId="{338E264E-F34F-4AED-80A3-E7A1CC0D5522}" srcOrd="1" destOrd="0" presId="urn:microsoft.com/office/officeart/2018/5/layout/IconCircleLabelList"/>
    <dgm:cxn modelId="{1E170030-FADB-4D06-9181-DC74FF764B01}" type="presParOf" srcId="{6483787C-D37F-43BE-AF67-91ABFA1C241A}" destId="{5D2D5F5D-A3D4-4E65-B26B-FA9DA7A50559}" srcOrd="2" destOrd="0" presId="urn:microsoft.com/office/officeart/2018/5/layout/IconCircleLabelList"/>
    <dgm:cxn modelId="{982AFE7A-8DC4-4EC7-8D79-5EC022104C76}" type="presParOf" srcId="{6483787C-D37F-43BE-AF67-91ABFA1C241A}" destId="{7E2A5DE8-2C25-480F-86F5-99526B73FCEA}" srcOrd="3" destOrd="0" presId="urn:microsoft.com/office/officeart/2018/5/layout/IconCircleLabelList"/>
    <dgm:cxn modelId="{13FD555D-628B-4D27-9805-7CCCAE123002}" type="presParOf" srcId="{43825937-2689-4AA9-9908-C3D4A5D0CBBE}" destId="{00CB6B21-CB4C-411D-9C7D-2BD2ADC04075}" srcOrd="5" destOrd="0" presId="urn:microsoft.com/office/officeart/2018/5/layout/IconCircleLabelList"/>
    <dgm:cxn modelId="{CEF096B7-04A2-4293-A7BE-3B15759586FE}" type="presParOf" srcId="{43825937-2689-4AA9-9908-C3D4A5D0CBBE}" destId="{95610ADC-3D1D-4652-B9D7-6C941F135B75}" srcOrd="6" destOrd="0" presId="urn:microsoft.com/office/officeart/2018/5/layout/IconCircleLabelList"/>
    <dgm:cxn modelId="{6CAACFC6-DBCE-41E1-8450-05DA8C09E33D}" type="presParOf" srcId="{95610ADC-3D1D-4652-B9D7-6C941F135B75}" destId="{85AAC811-EA7F-4002-AC5A-F105D57470CD}" srcOrd="0" destOrd="0" presId="urn:microsoft.com/office/officeart/2018/5/layout/IconCircleLabelList"/>
    <dgm:cxn modelId="{A582DBE7-27CA-4873-AFEB-FAEA8ACBD3CA}" type="presParOf" srcId="{95610ADC-3D1D-4652-B9D7-6C941F135B75}" destId="{769325F4-9C3C-4088-ADBE-D0061BFE04B6}" srcOrd="1" destOrd="0" presId="urn:microsoft.com/office/officeart/2018/5/layout/IconCircleLabelList"/>
    <dgm:cxn modelId="{A14871A7-D521-489F-9A9B-DAADC988496C}" type="presParOf" srcId="{95610ADC-3D1D-4652-B9D7-6C941F135B75}" destId="{20D8F240-6783-47AB-9932-75C2F911D0C6}" srcOrd="2" destOrd="0" presId="urn:microsoft.com/office/officeart/2018/5/layout/IconCircleLabelList"/>
    <dgm:cxn modelId="{DB1493FF-5764-43FE-8AEB-DBD7766B44B0}" type="presParOf" srcId="{95610ADC-3D1D-4652-B9D7-6C941F135B75}" destId="{4E9414E2-DF37-40F0-B1BE-440B67A5401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3DE9AF-8686-405B-9D94-8632432E8094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1399A-E38B-49FE-A4EE-583628EECFD5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1493F-A93E-4BBE-86CD-08BC49297EC5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Business Objective</a:t>
          </a:r>
        </a:p>
      </dsp:txBody>
      <dsp:txXfrm>
        <a:off x="25435" y="2456402"/>
        <a:ext cx="1800000" cy="720000"/>
      </dsp:txXfrm>
    </dsp:sp>
    <dsp:sp modelId="{4CCAB3EF-192B-4250-8C12-D0F1FB8B52B7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BD858-DDCC-456B-9381-51CFB1B19C4D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C5ACC-AB5F-4427-AA20-B9BB44280DFF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Scope &amp; Timeline</a:t>
          </a:r>
        </a:p>
      </dsp:txBody>
      <dsp:txXfrm>
        <a:off x="2140435" y="2456402"/>
        <a:ext cx="1800000" cy="720000"/>
      </dsp:txXfrm>
    </dsp:sp>
    <dsp:sp modelId="{BF1831D9-A640-441F-A608-26F64BA9476C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E264E-F34F-4AED-80A3-E7A1CC0D5522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2A5DE8-2C25-480F-86F5-99526B73FCEA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Risks &amp; Mitigations</a:t>
          </a:r>
        </a:p>
      </dsp:txBody>
      <dsp:txXfrm>
        <a:off x="4255435" y="2456402"/>
        <a:ext cx="1800000" cy="720000"/>
      </dsp:txXfrm>
    </dsp:sp>
    <dsp:sp modelId="{85AAC811-EA7F-4002-AC5A-F105D57470CD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325F4-9C3C-4088-ADBE-D0061BFE04B6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9414E2-DF37-40F0-B1BE-440B67A54013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Delivery Outcomes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Cybersecurity Incident Response Program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AD2D9E-AFC3-D350-DFEB-E8EFDC1C32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851801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</Words>
  <Application>Microsoft Macintosh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Cybersecurity Incident Response Program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Jamie Christian</cp:lastModifiedBy>
  <cp:revision>2</cp:revision>
  <dcterms:created xsi:type="dcterms:W3CDTF">2013-01-27T09:14:16Z</dcterms:created>
  <dcterms:modified xsi:type="dcterms:W3CDTF">2025-12-12T17:30:17Z</dcterms:modified>
  <cp:category/>
</cp:coreProperties>
</file>