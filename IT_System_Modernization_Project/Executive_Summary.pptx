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5"/>
  </p:normalViewPr>
  <p:slideViewPr>
    <p:cSldViewPr snapToGrid="0" snapToObjects="1">
      <p:cViewPr varScale="1">
        <p:scale>
          <a:sx n="107" d="100"/>
          <a:sy n="107" d="100"/>
        </p:scale>
        <p:origin x="4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9E7886-D269-4971-B806-68D86F0B01F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BFF7EC3-2AA8-46F9-BD3D-82BC00FA0F4E}">
      <dgm:prSet/>
      <dgm:spPr/>
      <dgm:t>
        <a:bodyPr/>
        <a:lstStyle/>
        <a:p>
          <a:pPr>
            <a:defRPr cap="all"/>
          </a:pPr>
          <a:r>
            <a:rPr lang="en-US"/>
            <a:t>• Business Objective</a:t>
          </a:r>
        </a:p>
      </dgm:t>
    </dgm:pt>
    <dgm:pt modelId="{003E9A8E-7D39-44D0-9167-7856C45094A5}" type="parTrans" cxnId="{DFFF23E2-7067-42F8-B44A-89D6E5482B4E}">
      <dgm:prSet/>
      <dgm:spPr/>
      <dgm:t>
        <a:bodyPr/>
        <a:lstStyle/>
        <a:p>
          <a:endParaRPr lang="en-US"/>
        </a:p>
      </dgm:t>
    </dgm:pt>
    <dgm:pt modelId="{A039E9AF-3820-41CA-A6A5-5A553437570B}" type="sibTrans" cxnId="{DFFF23E2-7067-42F8-B44A-89D6E5482B4E}">
      <dgm:prSet/>
      <dgm:spPr/>
      <dgm:t>
        <a:bodyPr/>
        <a:lstStyle/>
        <a:p>
          <a:endParaRPr lang="en-US"/>
        </a:p>
      </dgm:t>
    </dgm:pt>
    <dgm:pt modelId="{5314822C-B945-4259-8186-DB97BE35BF34}">
      <dgm:prSet/>
      <dgm:spPr/>
      <dgm:t>
        <a:bodyPr/>
        <a:lstStyle/>
        <a:p>
          <a:pPr>
            <a:defRPr cap="all"/>
          </a:pPr>
          <a:r>
            <a:rPr lang="en-US"/>
            <a:t>• Scope &amp; Timeline</a:t>
          </a:r>
        </a:p>
      </dgm:t>
    </dgm:pt>
    <dgm:pt modelId="{4AAFD20C-35C1-4F97-95B5-B85ABAD8D90D}" type="parTrans" cxnId="{223D480C-0C17-4C07-B2AC-22DE24AE6FBE}">
      <dgm:prSet/>
      <dgm:spPr/>
      <dgm:t>
        <a:bodyPr/>
        <a:lstStyle/>
        <a:p>
          <a:endParaRPr lang="en-US"/>
        </a:p>
      </dgm:t>
    </dgm:pt>
    <dgm:pt modelId="{54461B88-D5E0-4582-80F0-09B54CA76E07}" type="sibTrans" cxnId="{223D480C-0C17-4C07-B2AC-22DE24AE6FBE}">
      <dgm:prSet/>
      <dgm:spPr/>
      <dgm:t>
        <a:bodyPr/>
        <a:lstStyle/>
        <a:p>
          <a:endParaRPr lang="en-US"/>
        </a:p>
      </dgm:t>
    </dgm:pt>
    <dgm:pt modelId="{75800577-1069-45CE-86D7-E873062EEAB7}">
      <dgm:prSet/>
      <dgm:spPr/>
      <dgm:t>
        <a:bodyPr/>
        <a:lstStyle/>
        <a:p>
          <a:pPr>
            <a:defRPr cap="all"/>
          </a:pPr>
          <a:r>
            <a:rPr lang="en-US"/>
            <a:t>• Risks &amp; Mitigations</a:t>
          </a:r>
        </a:p>
      </dgm:t>
    </dgm:pt>
    <dgm:pt modelId="{55AB3DE6-1504-4270-A5B4-3586F1BD0A00}" type="parTrans" cxnId="{F74540B3-0A8A-42F4-9269-F19C38E7D4E9}">
      <dgm:prSet/>
      <dgm:spPr/>
      <dgm:t>
        <a:bodyPr/>
        <a:lstStyle/>
        <a:p>
          <a:endParaRPr lang="en-US"/>
        </a:p>
      </dgm:t>
    </dgm:pt>
    <dgm:pt modelId="{454F4939-D282-46F5-B06F-6BA61051F469}" type="sibTrans" cxnId="{F74540B3-0A8A-42F4-9269-F19C38E7D4E9}">
      <dgm:prSet/>
      <dgm:spPr/>
      <dgm:t>
        <a:bodyPr/>
        <a:lstStyle/>
        <a:p>
          <a:endParaRPr lang="en-US"/>
        </a:p>
      </dgm:t>
    </dgm:pt>
    <dgm:pt modelId="{C55411E7-8859-4E7A-A7CA-C72A78A5DF15}">
      <dgm:prSet/>
      <dgm:spPr/>
      <dgm:t>
        <a:bodyPr/>
        <a:lstStyle/>
        <a:p>
          <a:pPr>
            <a:defRPr cap="all"/>
          </a:pPr>
          <a:r>
            <a:rPr lang="en-US"/>
            <a:t>• Delivery Outcomes</a:t>
          </a:r>
        </a:p>
      </dgm:t>
    </dgm:pt>
    <dgm:pt modelId="{822A53C8-88F0-401A-9230-DBBB1176EDBF}" type="parTrans" cxnId="{2506C54A-C839-48D8-A79F-385B7D118281}">
      <dgm:prSet/>
      <dgm:spPr/>
      <dgm:t>
        <a:bodyPr/>
        <a:lstStyle/>
        <a:p>
          <a:endParaRPr lang="en-US"/>
        </a:p>
      </dgm:t>
    </dgm:pt>
    <dgm:pt modelId="{55FE5548-ACC4-4F60-93D8-1BF9BD8AB570}" type="sibTrans" cxnId="{2506C54A-C839-48D8-A79F-385B7D118281}">
      <dgm:prSet/>
      <dgm:spPr/>
      <dgm:t>
        <a:bodyPr/>
        <a:lstStyle/>
        <a:p>
          <a:endParaRPr lang="en-US"/>
        </a:p>
      </dgm:t>
    </dgm:pt>
    <dgm:pt modelId="{C3568725-ACF5-4969-9DCF-5B2C4EC03357}" type="pres">
      <dgm:prSet presAssocID="{839E7886-D269-4971-B806-68D86F0B01F2}" presName="root" presStyleCnt="0">
        <dgm:presLayoutVars>
          <dgm:dir/>
          <dgm:resizeHandles val="exact"/>
        </dgm:presLayoutVars>
      </dgm:prSet>
      <dgm:spPr/>
    </dgm:pt>
    <dgm:pt modelId="{F4872870-C350-47EA-8018-C3C36A11D37C}" type="pres">
      <dgm:prSet presAssocID="{8BFF7EC3-2AA8-46F9-BD3D-82BC00FA0F4E}" presName="compNode" presStyleCnt="0"/>
      <dgm:spPr/>
    </dgm:pt>
    <dgm:pt modelId="{BFB1FC1A-11CA-43FA-8A33-1CEB037FA627}" type="pres">
      <dgm:prSet presAssocID="{8BFF7EC3-2AA8-46F9-BD3D-82BC00FA0F4E}" presName="iconBgRect" presStyleLbl="bgShp" presStyleIdx="0" presStyleCnt="4"/>
      <dgm:spPr/>
    </dgm:pt>
    <dgm:pt modelId="{537AFA37-640D-41D2-9039-C37481360A17}" type="pres">
      <dgm:prSet presAssocID="{8BFF7EC3-2AA8-46F9-BD3D-82BC00FA0F4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1DA79E3-1635-4FB0-AE11-211A8889A9D6}" type="pres">
      <dgm:prSet presAssocID="{8BFF7EC3-2AA8-46F9-BD3D-82BC00FA0F4E}" presName="spaceRect" presStyleCnt="0"/>
      <dgm:spPr/>
    </dgm:pt>
    <dgm:pt modelId="{878E4EFD-A9B8-43B4-9A3E-1998D8341EFC}" type="pres">
      <dgm:prSet presAssocID="{8BFF7EC3-2AA8-46F9-BD3D-82BC00FA0F4E}" presName="textRect" presStyleLbl="revTx" presStyleIdx="0" presStyleCnt="4">
        <dgm:presLayoutVars>
          <dgm:chMax val="1"/>
          <dgm:chPref val="1"/>
        </dgm:presLayoutVars>
      </dgm:prSet>
      <dgm:spPr/>
    </dgm:pt>
    <dgm:pt modelId="{15D6308A-52ED-4433-85A8-5AA33F5AE2B8}" type="pres">
      <dgm:prSet presAssocID="{A039E9AF-3820-41CA-A6A5-5A553437570B}" presName="sibTrans" presStyleCnt="0"/>
      <dgm:spPr/>
    </dgm:pt>
    <dgm:pt modelId="{4D1DF9D1-7684-47D7-A52E-19BA0E3459F3}" type="pres">
      <dgm:prSet presAssocID="{5314822C-B945-4259-8186-DB97BE35BF34}" presName="compNode" presStyleCnt="0"/>
      <dgm:spPr/>
    </dgm:pt>
    <dgm:pt modelId="{543AA792-B2E3-40CD-B1B4-45A3D791430E}" type="pres">
      <dgm:prSet presAssocID="{5314822C-B945-4259-8186-DB97BE35BF34}" presName="iconBgRect" presStyleLbl="bgShp" presStyleIdx="1" presStyleCnt="4"/>
      <dgm:spPr/>
    </dgm:pt>
    <dgm:pt modelId="{B09FDE48-56CA-4E49-BDFB-758D32E35F3D}" type="pres">
      <dgm:prSet presAssocID="{5314822C-B945-4259-8186-DB97BE35BF3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9B0ADD6-3153-49E6-86A5-82F669F7B843}" type="pres">
      <dgm:prSet presAssocID="{5314822C-B945-4259-8186-DB97BE35BF34}" presName="spaceRect" presStyleCnt="0"/>
      <dgm:spPr/>
    </dgm:pt>
    <dgm:pt modelId="{CFAE7B90-A0CC-4C01-BDC8-A58DAD592B4D}" type="pres">
      <dgm:prSet presAssocID="{5314822C-B945-4259-8186-DB97BE35BF34}" presName="textRect" presStyleLbl="revTx" presStyleIdx="1" presStyleCnt="4">
        <dgm:presLayoutVars>
          <dgm:chMax val="1"/>
          <dgm:chPref val="1"/>
        </dgm:presLayoutVars>
      </dgm:prSet>
      <dgm:spPr/>
    </dgm:pt>
    <dgm:pt modelId="{5D4DAE04-03B7-4141-9062-668AB200D2BF}" type="pres">
      <dgm:prSet presAssocID="{54461B88-D5E0-4582-80F0-09B54CA76E07}" presName="sibTrans" presStyleCnt="0"/>
      <dgm:spPr/>
    </dgm:pt>
    <dgm:pt modelId="{61DAF06C-EF46-4836-931B-42F39EECB33D}" type="pres">
      <dgm:prSet presAssocID="{75800577-1069-45CE-86D7-E873062EEAB7}" presName="compNode" presStyleCnt="0"/>
      <dgm:spPr/>
    </dgm:pt>
    <dgm:pt modelId="{EE8509F6-1285-41D2-B21A-CD28EFEA40DF}" type="pres">
      <dgm:prSet presAssocID="{75800577-1069-45CE-86D7-E873062EEAB7}" presName="iconBgRect" presStyleLbl="bgShp" presStyleIdx="2" presStyleCnt="4"/>
      <dgm:spPr/>
    </dgm:pt>
    <dgm:pt modelId="{F084213C-25B3-4E0A-96A2-21539A36C941}" type="pres">
      <dgm:prSet presAssocID="{75800577-1069-45CE-86D7-E873062EEAB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4C2D4C0F-24CF-4085-AA19-A8CEA3E688A9}" type="pres">
      <dgm:prSet presAssocID="{75800577-1069-45CE-86D7-E873062EEAB7}" presName="spaceRect" presStyleCnt="0"/>
      <dgm:spPr/>
    </dgm:pt>
    <dgm:pt modelId="{FD7D4BA3-7C0D-409B-806E-704F4ADB440A}" type="pres">
      <dgm:prSet presAssocID="{75800577-1069-45CE-86D7-E873062EEAB7}" presName="textRect" presStyleLbl="revTx" presStyleIdx="2" presStyleCnt="4">
        <dgm:presLayoutVars>
          <dgm:chMax val="1"/>
          <dgm:chPref val="1"/>
        </dgm:presLayoutVars>
      </dgm:prSet>
      <dgm:spPr/>
    </dgm:pt>
    <dgm:pt modelId="{53E6C918-EB0C-48D9-8057-CDAF89A40A0C}" type="pres">
      <dgm:prSet presAssocID="{454F4939-D282-46F5-B06F-6BA61051F469}" presName="sibTrans" presStyleCnt="0"/>
      <dgm:spPr/>
    </dgm:pt>
    <dgm:pt modelId="{3CCFB44A-B372-414E-9A05-72F48F6DEED3}" type="pres">
      <dgm:prSet presAssocID="{C55411E7-8859-4E7A-A7CA-C72A78A5DF15}" presName="compNode" presStyleCnt="0"/>
      <dgm:spPr/>
    </dgm:pt>
    <dgm:pt modelId="{3B460303-2294-4F61-B588-657306C98112}" type="pres">
      <dgm:prSet presAssocID="{C55411E7-8859-4E7A-A7CA-C72A78A5DF15}" presName="iconBgRect" presStyleLbl="bgShp" presStyleIdx="3" presStyleCnt="4"/>
      <dgm:spPr/>
    </dgm:pt>
    <dgm:pt modelId="{181E8614-2673-4C60-B99C-C6AF652219B2}" type="pres">
      <dgm:prSet presAssocID="{C55411E7-8859-4E7A-A7CA-C72A78A5DF1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9CCC45BA-5537-4C4A-ABCD-88516F55A5C7}" type="pres">
      <dgm:prSet presAssocID="{C55411E7-8859-4E7A-A7CA-C72A78A5DF15}" presName="spaceRect" presStyleCnt="0"/>
      <dgm:spPr/>
    </dgm:pt>
    <dgm:pt modelId="{0FB6A8CC-9606-4D8E-9521-C12A8BCFF780}" type="pres">
      <dgm:prSet presAssocID="{C55411E7-8859-4E7A-A7CA-C72A78A5DF1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F4F7908-8AD7-4BBB-803A-E561B6DF3D9E}" type="presOf" srcId="{839E7886-D269-4971-B806-68D86F0B01F2}" destId="{C3568725-ACF5-4969-9DCF-5B2C4EC03357}" srcOrd="0" destOrd="0" presId="urn:microsoft.com/office/officeart/2018/5/layout/IconCircleLabelList"/>
    <dgm:cxn modelId="{223D480C-0C17-4C07-B2AC-22DE24AE6FBE}" srcId="{839E7886-D269-4971-B806-68D86F0B01F2}" destId="{5314822C-B945-4259-8186-DB97BE35BF34}" srcOrd="1" destOrd="0" parTransId="{4AAFD20C-35C1-4F97-95B5-B85ABAD8D90D}" sibTransId="{54461B88-D5E0-4582-80F0-09B54CA76E07}"/>
    <dgm:cxn modelId="{2506C54A-C839-48D8-A79F-385B7D118281}" srcId="{839E7886-D269-4971-B806-68D86F0B01F2}" destId="{C55411E7-8859-4E7A-A7CA-C72A78A5DF15}" srcOrd="3" destOrd="0" parTransId="{822A53C8-88F0-401A-9230-DBBB1176EDBF}" sibTransId="{55FE5548-ACC4-4F60-93D8-1BF9BD8AB570}"/>
    <dgm:cxn modelId="{4BE5957F-B196-48BD-89E9-400DF1AAB1AF}" type="presOf" srcId="{C55411E7-8859-4E7A-A7CA-C72A78A5DF15}" destId="{0FB6A8CC-9606-4D8E-9521-C12A8BCFF780}" srcOrd="0" destOrd="0" presId="urn:microsoft.com/office/officeart/2018/5/layout/IconCircleLabelList"/>
    <dgm:cxn modelId="{F74540B3-0A8A-42F4-9269-F19C38E7D4E9}" srcId="{839E7886-D269-4971-B806-68D86F0B01F2}" destId="{75800577-1069-45CE-86D7-E873062EEAB7}" srcOrd="2" destOrd="0" parTransId="{55AB3DE6-1504-4270-A5B4-3586F1BD0A00}" sibTransId="{454F4939-D282-46F5-B06F-6BA61051F469}"/>
    <dgm:cxn modelId="{43391AC5-2322-4146-9FCC-0E75952F19D7}" type="presOf" srcId="{75800577-1069-45CE-86D7-E873062EEAB7}" destId="{FD7D4BA3-7C0D-409B-806E-704F4ADB440A}" srcOrd="0" destOrd="0" presId="urn:microsoft.com/office/officeart/2018/5/layout/IconCircleLabelList"/>
    <dgm:cxn modelId="{FCB34CCB-595C-428D-BA11-980A8EF41124}" type="presOf" srcId="{8BFF7EC3-2AA8-46F9-BD3D-82BC00FA0F4E}" destId="{878E4EFD-A9B8-43B4-9A3E-1998D8341EFC}" srcOrd="0" destOrd="0" presId="urn:microsoft.com/office/officeart/2018/5/layout/IconCircleLabelList"/>
    <dgm:cxn modelId="{DFFF23E2-7067-42F8-B44A-89D6E5482B4E}" srcId="{839E7886-D269-4971-B806-68D86F0B01F2}" destId="{8BFF7EC3-2AA8-46F9-BD3D-82BC00FA0F4E}" srcOrd="0" destOrd="0" parTransId="{003E9A8E-7D39-44D0-9167-7856C45094A5}" sibTransId="{A039E9AF-3820-41CA-A6A5-5A553437570B}"/>
    <dgm:cxn modelId="{BC7F0FFF-A744-4FF6-80AC-296A89F6AF21}" type="presOf" srcId="{5314822C-B945-4259-8186-DB97BE35BF34}" destId="{CFAE7B90-A0CC-4C01-BDC8-A58DAD592B4D}" srcOrd="0" destOrd="0" presId="urn:microsoft.com/office/officeart/2018/5/layout/IconCircleLabelList"/>
    <dgm:cxn modelId="{28F449CA-F788-4CB4-A2F2-21924ED8F9F3}" type="presParOf" srcId="{C3568725-ACF5-4969-9DCF-5B2C4EC03357}" destId="{F4872870-C350-47EA-8018-C3C36A11D37C}" srcOrd="0" destOrd="0" presId="urn:microsoft.com/office/officeart/2018/5/layout/IconCircleLabelList"/>
    <dgm:cxn modelId="{006D6A94-24EA-418E-8772-DC55B8C9441C}" type="presParOf" srcId="{F4872870-C350-47EA-8018-C3C36A11D37C}" destId="{BFB1FC1A-11CA-43FA-8A33-1CEB037FA627}" srcOrd="0" destOrd="0" presId="urn:microsoft.com/office/officeart/2018/5/layout/IconCircleLabelList"/>
    <dgm:cxn modelId="{F9A26933-9670-4AA7-B042-3D03D368B8BA}" type="presParOf" srcId="{F4872870-C350-47EA-8018-C3C36A11D37C}" destId="{537AFA37-640D-41D2-9039-C37481360A17}" srcOrd="1" destOrd="0" presId="urn:microsoft.com/office/officeart/2018/5/layout/IconCircleLabelList"/>
    <dgm:cxn modelId="{1ADD7BB9-8865-4B88-A6A0-0ABEC2DF6417}" type="presParOf" srcId="{F4872870-C350-47EA-8018-C3C36A11D37C}" destId="{61DA79E3-1635-4FB0-AE11-211A8889A9D6}" srcOrd="2" destOrd="0" presId="urn:microsoft.com/office/officeart/2018/5/layout/IconCircleLabelList"/>
    <dgm:cxn modelId="{63005125-E95E-4907-8144-DA7221BEE25D}" type="presParOf" srcId="{F4872870-C350-47EA-8018-C3C36A11D37C}" destId="{878E4EFD-A9B8-43B4-9A3E-1998D8341EFC}" srcOrd="3" destOrd="0" presId="urn:microsoft.com/office/officeart/2018/5/layout/IconCircleLabelList"/>
    <dgm:cxn modelId="{8415D9E2-CA8C-41CE-B37B-FDC3AA13418F}" type="presParOf" srcId="{C3568725-ACF5-4969-9DCF-5B2C4EC03357}" destId="{15D6308A-52ED-4433-85A8-5AA33F5AE2B8}" srcOrd="1" destOrd="0" presId="urn:microsoft.com/office/officeart/2018/5/layout/IconCircleLabelList"/>
    <dgm:cxn modelId="{0C164367-9DEC-4D21-9EE6-1050C217E971}" type="presParOf" srcId="{C3568725-ACF5-4969-9DCF-5B2C4EC03357}" destId="{4D1DF9D1-7684-47D7-A52E-19BA0E3459F3}" srcOrd="2" destOrd="0" presId="urn:microsoft.com/office/officeart/2018/5/layout/IconCircleLabelList"/>
    <dgm:cxn modelId="{CAA50C82-671C-4AFF-A0E7-4F5A4D38159D}" type="presParOf" srcId="{4D1DF9D1-7684-47D7-A52E-19BA0E3459F3}" destId="{543AA792-B2E3-40CD-B1B4-45A3D791430E}" srcOrd="0" destOrd="0" presId="urn:microsoft.com/office/officeart/2018/5/layout/IconCircleLabelList"/>
    <dgm:cxn modelId="{53EA00E6-CB52-443F-A694-9232D98D6543}" type="presParOf" srcId="{4D1DF9D1-7684-47D7-A52E-19BA0E3459F3}" destId="{B09FDE48-56CA-4E49-BDFB-758D32E35F3D}" srcOrd="1" destOrd="0" presId="urn:microsoft.com/office/officeart/2018/5/layout/IconCircleLabelList"/>
    <dgm:cxn modelId="{9D285E9E-3823-43C4-BE6D-DE611808A65F}" type="presParOf" srcId="{4D1DF9D1-7684-47D7-A52E-19BA0E3459F3}" destId="{F9B0ADD6-3153-49E6-86A5-82F669F7B843}" srcOrd="2" destOrd="0" presId="urn:microsoft.com/office/officeart/2018/5/layout/IconCircleLabelList"/>
    <dgm:cxn modelId="{84F4E247-25C3-406E-B3DA-7ACFACEAD8E1}" type="presParOf" srcId="{4D1DF9D1-7684-47D7-A52E-19BA0E3459F3}" destId="{CFAE7B90-A0CC-4C01-BDC8-A58DAD592B4D}" srcOrd="3" destOrd="0" presId="urn:microsoft.com/office/officeart/2018/5/layout/IconCircleLabelList"/>
    <dgm:cxn modelId="{767EA9A1-1DBB-4609-8BD1-D22DF0A9ED5E}" type="presParOf" srcId="{C3568725-ACF5-4969-9DCF-5B2C4EC03357}" destId="{5D4DAE04-03B7-4141-9062-668AB200D2BF}" srcOrd="3" destOrd="0" presId="urn:microsoft.com/office/officeart/2018/5/layout/IconCircleLabelList"/>
    <dgm:cxn modelId="{BD5A36FD-BC5E-47FA-AF9D-FF27E37781E4}" type="presParOf" srcId="{C3568725-ACF5-4969-9DCF-5B2C4EC03357}" destId="{61DAF06C-EF46-4836-931B-42F39EECB33D}" srcOrd="4" destOrd="0" presId="urn:microsoft.com/office/officeart/2018/5/layout/IconCircleLabelList"/>
    <dgm:cxn modelId="{4101086C-FCB2-4745-A6A5-087F258E8D64}" type="presParOf" srcId="{61DAF06C-EF46-4836-931B-42F39EECB33D}" destId="{EE8509F6-1285-41D2-B21A-CD28EFEA40DF}" srcOrd="0" destOrd="0" presId="urn:microsoft.com/office/officeart/2018/5/layout/IconCircleLabelList"/>
    <dgm:cxn modelId="{1DE11A36-D29A-4CF4-AA56-ED4530C13753}" type="presParOf" srcId="{61DAF06C-EF46-4836-931B-42F39EECB33D}" destId="{F084213C-25B3-4E0A-96A2-21539A36C941}" srcOrd="1" destOrd="0" presId="urn:microsoft.com/office/officeart/2018/5/layout/IconCircleLabelList"/>
    <dgm:cxn modelId="{1C5BAFC9-5496-4654-BD5E-BE26107A163B}" type="presParOf" srcId="{61DAF06C-EF46-4836-931B-42F39EECB33D}" destId="{4C2D4C0F-24CF-4085-AA19-A8CEA3E688A9}" srcOrd="2" destOrd="0" presId="urn:microsoft.com/office/officeart/2018/5/layout/IconCircleLabelList"/>
    <dgm:cxn modelId="{1FC8E58C-8148-4B18-8F33-3138DA4CF10E}" type="presParOf" srcId="{61DAF06C-EF46-4836-931B-42F39EECB33D}" destId="{FD7D4BA3-7C0D-409B-806E-704F4ADB440A}" srcOrd="3" destOrd="0" presId="urn:microsoft.com/office/officeart/2018/5/layout/IconCircleLabelList"/>
    <dgm:cxn modelId="{86066559-FD96-4D91-B0BB-314B02AEFCCB}" type="presParOf" srcId="{C3568725-ACF5-4969-9DCF-5B2C4EC03357}" destId="{53E6C918-EB0C-48D9-8057-CDAF89A40A0C}" srcOrd="5" destOrd="0" presId="urn:microsoft.com/office/officeart/2018/5/layout/IconCircleLabelList"/>
    <dgm:cxn modelId="{1AC3DE8E-AE36-4D82-A1BE-F4F01C1B2F92}" type="presParOf" srcId="{C3568725-ACF5-4969-9DCF-5B2C4EC03357}" destId="{3CCFB44A-B372-414E-9A05-72F48F6DEED3}" srcOrd="6" destOrd="0" presId="urn:microsoft.com/office/officeart/2018/5/layout/IconCircleLabelList"/>
    <dgm:cxn modelId="{16A6E4C4-F93A-47F2-9113-7B83246A94D0}" type="presParOf" srcId="{3CCFB44A-B372-414E-9A05-72F48F6DEED3}" destId="{3B460303-2294-4F61-B588-657306C98112}" srcOrd="0" destOrd="0" presId="urn:microsoft.com/office/officeart/2018/5/layout/IconCircleLabelList"/>
    <dgm:cxn modelId="{C6653E29-D293-4806-BE3B-E3D3840FF439}" type="presParOf" srcId="{3CCFB44A-B372-414E-9A05-72F48F6DEED3}" destId="{181E8614-2673-4C60-B99C-C6AF652219B2}" srcOrd="1" destOrd="0" presId="urn:microsoft.com/office/officeart/2018/5/layout/IconCircleLabelList"/>
    <dgm:cxn modelId="{08E3FB4C-B6E7-45F6-920F-AD34AC34135C}" type="presParOf" srcId="{3CCFB44A-B372-414E-9A05-72F48F6DEED3}" destId="{9CCC45BA-5537-4C4A-ABCD-88516F55A5C7}" srcOrd="2" destOrd="0" presId="urn:microsoft.com/office/officeart/2018/5/layout/IconCircleLabelList"/>
    <dgm:cxn modelId="{92D05394-FEFE-4D83-A6F9-8273194612CA}" type="presParOf" srcId="{3CCFB44A-B372-414E-9A05-72F48F6DEED3}" destId="{0FB6A8CC-9606-4D8E-9521-C12A8BCFF78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B1FC1A-11CA-43FA-8A33-1CEB037FA627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7AFA37-640D-41D2-9039-C37481360A17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8E4EFD-A9B8-43B4-9A3E-1998D8341EFC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Business Objective</a:t>
          </a:r>
        </a:p>
      </dsp:txBody>
      <dsp:txXfrm>
        <a:off x="25435" y="2456402"/>
        <a:ext cx="1800000" cy="720000"/>
      </dsp:txXfrm>
    </dsp:sp>
    <dsp:sp modelId="{543AA792-B2E3-40CD-B1B4-45A3D791430E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9FDE48-56CA-4E49-BDFB-758D32E35F3D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AE7B90-A0CC-4C01-BDC8-A58DAD592B4D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Scope &amp; Timeline</a:t>
          </a:r>
        </a:p>
      </dsp:txBody>
      <dsp:txXfrm>
        <a:off x="2140435" y="2456402"/>
        <a:ext cx="1800000" cy="720000"/>
      </dsp:txXfrm>
    </dsp:sp>
    <dsp:sp modelId="{EE8509F6-1285-41D2-B21A-CD28EFEA40DF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84213C-25B3-4E0A-96A2-21539A36C941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D4BA3-7C0D-409B-806E-704F4ADB440A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Risks &amp; Mitigations</a:t>
          </a:r>
        </a:p>
      </dsp:txBody>
      <dsp:txXfrm>
        <a:off x="4255435" y="2456402"/>
        <a:ext cx="1800000" cy="720000"/>
      </dsp:txXfrm>
    </dsp:sp>
    <dsp:sp modelId="{3B460303-2294-4F61-B588-657306C98112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1E8614-2673-4C60-B99C-C6AF652219B2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B6A8CC-9606-4D8E-9521-C12A8BCFF780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Delivery Outcomes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Enterprise IT System Modernization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DB6346-0B9D-9482-CEBD-F48EC1344B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94304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</Words>
  <Application>Microsoft Macintosh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Enterprise IT System Modernization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Jamie Christian</cp:lastModifiedBy>
  <cp:revision>2</cp:revision>
  <dcterms:created xsi:type="dcterms:W3CDTF">2013-01-27T09:14:16Z</dcterms:created>
  <dcterms:modified xsi:type="dcterms:W3CDTF">2025-12-12T17:32:15Z</dcterms:modified>
  <cp:category/>
</cp:coreProperties>
</file>